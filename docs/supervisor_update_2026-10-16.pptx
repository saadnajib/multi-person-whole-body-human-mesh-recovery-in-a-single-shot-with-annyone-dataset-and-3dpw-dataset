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4d3c183-8fcb-ea29-b9c3-b7a1163f06b9}">
          <p14:sldIdLst>
            <p14:sldId id="256"/>
            <p14:sldId id="257"/>
            <p14:sldId id="258"/>
            <p14:sldId id="259"/>
          </p14:sldIdLst>
        </p14:section>
        <p14:section name="3DPW labels" id="{ed74554a-6a09-1b84-3fab-1ddc5391090b}">
          <p14:sldIdLst>
            <p14:sldId id="260"/>
            <p14:sldId id="261"/>
          </p14:sldIdLst>
        </p14:section>
        <p14:section name="Findings" id="{46dc4d55-5a2c-bdad-cd2c-43282fb57536}">
          <p14:sldIdLst>
            <p14:sldId id="262"/>
            <p14:sldId id="263"/>
            <p14:sldId id="264"/>
            <p14:sldId id="265"/>
          </p14:sldIdLst>
        </p14:section>
        <p14:section name="Bug" id="{8de0477c-d3fe-b629-f3ba-a28acf771616}">
          <p14:sldIdLst>
            <p14:sldId id="266"/>
            <p14:sldId id="267"/>
            <p14:sldId id="268"/>
          </p14:sldIdLst>
        </p14:section>
        <p14:section name="Next" id="{f71b6dc8-b739-90b3-7323-71036e95ebff}">
          <p14:sldIdLst>
            <p14:sldId id="269"/>
            <p14:sldId id="270"/>
            <p14:sldId id="271"/>
            <p14:sldId id="272"/>
          </p14:sldIdLst>
        </p14:section>
        <p14:section name="Appendix" id="{1d4d6046-6a20-fbf1-47d5-cb2a9811a4e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whether the final model uses it is also a decision for today.</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What stays open is to use them: the final model would be the first run on these labels.</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comes with the final model, on the new labels.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had three defects; a re-fit fixed them, and the new labels pass the check with a warning (slide 6). What I do not claim: that the neck fix is proven, since it is one run without a fixed seed; better children; correct depth for near and far people; a depth fix without cost. My question: fine-tune v9 now, or first fix the 3DPW labels and re-fit? The re-fit is now done, so the second waits only for the training queue.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old 3DPW-Anny labels, but those labels had the gender and two-person defects, so that score is not a clean measure. On the AnnyOne holdout v9 is not the best: 75.0 at epoch 62, the planned start, and 77.0 at epoch 149, against 70.5.</a:t>
            </a:r>
          </a:p>
          <a:p>
            <a:r>
              <a:rPr lang="en-US" dirty="0"/>
              <a:t>- Option 2, labels first: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would start from v5 with v5's own bone fix and the depth fix, run 10 epochs, and have a control run without the two fixes; it has not run yet. I prefer this option: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A new flag can also leave out the eight 3DPW shape values that are constants, age 0.55 and seven at 0.5; it is off by default, and on or off is a decision for today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three defects found and fixed.</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Proposed: use these labels in the final model.</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three defects found and fixed by a re-fit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old 3DPW-Anny labels, which had the gender defect: slide 6) with the fixed targets and depth ×5? Or first fix gender and frame grid, re-fit all 3DPW tasks (done 18 Oct),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2026-10-18T03:27:56Z</dcterms:created>
  <dcterms:modified xsi:type="dcterms:W3CDTF">2026-10-18T03:27:56Z</dcterms:modified>
</cp:coreProperties>
</file>