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6ade6bb9-5581-af90-1f67-c5f888fa88c3}">
          <p14:sldIdLst>
            <p14:sldId id="256"/>
            <p14:sldId id="257"/>
            <p14:sldId id="258"/>
            <p14:sldId id="259"/>
          </p14:sldIdLst>
        </p14:section>
        <p14:section name="3DPW labels" id="{0b53982a-e35c-4883-a861-479acf281736}">
          <p14:sldIdLst>
            <p14:sldId id="260"/>
            <p14:sldId id="261"/>
          </p14:sldIdLst>
        </p14:section>
        <p14:section name="Findings" id="{bf21a552-33ee-8fb8-63a3-288fe5817619}">
          <p14:sldIdLst>
            <p14:sldId id="262"/>
            <p14:sldId id="263"/>
            <p14:sldId id="264"/>
            <p14:sldId id="265"/>
          </p14:sldIdLst>
        </p14:section>
        <p14:section name="Bug" id="{74a88fb8-04e6-6ec7-79b8-fa40febb9d78}">
          <p14:sldIdLst>
            <p14:sldId id="266"/>
            <p14:sldId id="267"/>
            <p14:sldId id="268"/>
          </p14:sldIdLst>
        </p14:section>
        <p14:section name="Next" id="{746dc5f2-5356-d070-c606-0d5d7f83659e}">
          <p14:sldIdLst>
            <p14:sldId id="269"/>
            <p14:sldId id="270"/>
            <p14:sldId id="271"/>
            <p14:sldId id="272"/>
          </p14:sldIdLst>
        </p14:section>
        <p14:section name="Appendix" id="{8d4f756f-2afd-c968-e815-9a8dae7f009d}">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the holdout renders confirm it, real photos are still to check.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are missing for 6 train sequences, part of a seventh, and one validation sequence. The fits exist, but a rebuild gave the same counts. So the image files of those sequences are likely missing on the cluster; I have not checked that yet.</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has 4,451 of 6,437 expected label images, validation 2,458 of 2,777. The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is an incomplete unzip of the 3DPW images on the cluster; counting the files in each of those image folders will show it.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what it looks like; real photos are not checked yet.</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two of them. Next: a real-photo demo with the fine-tuned checkpoint, which carries the fix, and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of the twelve holdout images. Left is v5 as trained. Right is the same model with the correction, no training; on the neck, only neck02 and the head are turned back. Look at the necks: on the left they are thin stalks, on the right they have normal width. That is the thickness 0.46 to 1.00 from the last slide. All twelve images show this wherever a neck is visible. Three limits. Without fine-tuning the head points 19 degrees off, against 12 before; the fine-tune brings it to 14. The bodies are still too small; that is the depth bug. Real photos are not checked yet.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the findings and the handover documents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and the holdout renders of the correction alone show normal necks; I still have to check real photos and a longer run.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a longer sampler run, and a look at the hands with the bone fix. Seventh, 3DPW: the rebuild gave the same counts, so the images are likely missing; I will check, re-extract and rebuild. Then gender, frame grid and a re-fit of all 87 tasks, before any 3DPW test.</a:t>
            </a:r>
          </a:p>
          <a:p>
            <a:endParaRPr lang="en-US" dirty="0"/>
          </a:p>
          <a:p>
            <a:r>
              <a:rPr lang="en-US" dirty="0"/>
              <a:t>If asked: Neck: the fine-tuned checkpoint carries the fix in its saved settings, so the demo applies it on load; I copy it next to the other demo models and add it to the demo comparison script. In the 12 side-by-side holdout panels the corrected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both models miss them in 4 of the 12 rendered images. Children and fingers: one 2-epoch test is not enough to close them. 3DPW labels: the rebuild, into a new folder, gave the same counts, so my old guess that the builder ran before the fits finished is wrong. The builder skips every frame without an image file. The check is one file count per image folder of the eight affected sequences; if they are empty or short, I unzip the 3DPW images again and rebuild. Gender and the frame grid are different: set men to 0 and, by Anny's convention, women to 1; the refit confirmed it only for men. And pick both people's frames on one shared grid. Both happen inside the fit, so all 87 conversion tasks must be fitted again,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but I have not looked at the fine-tuned model's renders or at real photos yet.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have no labels; a rebuild gave the same counts, so their image files are likely missing on the cluster; the check is still to do.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Rebuild: same counts; likely missing image files.</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real photos (the holdout renders confirm the neck: next slide).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real-photo demo of the fine-tuned fixed checkpoint; a longer fine-tune with the fix.</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correction</a:t>
            </a:r>
            <a:endParaRPr lang="en-US" sz="2700" dirty="0"/>
          </a:p>
        </p:txBody>
      </p:sp>
      <p:pic>
        <p:nvPicPr>
          <p:cNvPr id="3" name="figure neck_before_after_v5.jpg" descr="Holdout images 579862 and 579863: v5 as trained (left, thin necks) and with the correction on neck02 and the head (right, normal neck width)">    </p:cNvPr>
          <p:cNvPicPr>
            <a:picLocks noChangeAspect="1"/>
          </p:cNvPicPr>
          <p:nvPr/>
        </p:nvPicPr>
        <p:blipFill>
          <a:blip r:embed="rId1"/>
          <a:stretch>
            <a:fillRect/>
          </a:stretch>
        </p:blipFill>
        <p:spPr>
          <a:xfrm>
            <a:off x="2941244" y="1024128"/>
            <a:ext cx="3261513" cy="2907792"/>
          </a:xfrm>
          <a:prstGeom prst="rect">
            <a:avLst/>
          </a:prstGeom>
        </p:spPr>
      </p:pic>
      <p:sp>
        <p:nvSpPr>
          <p:cNvPr id="4" name="neck figure caption"/>
          <p:cNvSpPr txBox="1"/>
          <p:nvPr/>
        </p:nvSpPr>
        <p:spPr>
          <a:xfrm>
            <a:off x="457200" y="3977640"/>
            <a:ext cx="8229600" cy="347472"/>
          </a:xfrm>
          <a:prstGeom prst="rect">
            <a:avLst/>
          </a:prstGeom>
          <a:noFill/>
          <a:ln/>
        </p:spPr>
        <p:txBody>
          <a:bodyPr wrap="square" lIns="0" tIns="0" rIns="0" bIns="0" rtlCol="0" anchor="t"/>
          <a:lstStyle/>
          <a:p>
            <a:pPr algn="ctr" indent="0" marL="0">
              <a:buNone/>
            </a:pPr>
            <a:r>
              <a:rPr lang="en-US" sz="1100" dirty="0">
                <a:solidFill>
                  <a:schemeClr val="tx1"/>
                </a:solidFill>
              </a:rPr>
              <a:t>Synthetic holdout images 579862 (top) and 579863 (bottom). Same model, no training.</a:t>
            </a:r>
            <a:endParaRPr lang="en-US" sz="1100" dirty="0"/>
          </a:p>
          <a:p>
            <a:pPr algn="ctr" indent="0" marL="0">
              <a:buNone/>
            </a:pPr>
            <a:r>
              <a:rPr lang="en-US" sz="1100" dirty="0">
                <a:solidFill>
                  <a:schemeClr val="tx1"/>
                </a:solidFill>
              </a:rPr>
              <a:t>On the neck, only the output of neck02 and the head is corrected. Neck skin thickness 0.46 → 1.00 of the true value (job 3579014).</a:t>
            </a:r>
            <a:endParaRPr lang="en-US" sz="1100" dirty="0"/>
          </a:p>
        </p:txBody>
      </p:sp>
      <p:sp>
        <p:nvSpPr>
          <p:cNvPr id="5" name="neck figure footnote"/>
          <p:cNvSpPr txBox="1"/>
          <p:nvPr/>
        </p:nvSpPr>
        <p:spPr>
          <a:xfrm>
            <a:off x="457200" y="4352544"/>
            <a:ext cx="8229600" cy="347472"/>
          </a:xfrm>
          <a:prstGeom prst="rect">
            <a:avLst/>
          </a:prstGeom>
          <a:noFill/>
          <a:ln/>
        </p:spPr>
        <p:txBody>
          <a:bodyPr wrap="square" lIns="0" tIns="0" rIns="0" bIns="0" rtlCol="0" anchor="t"/>
          <a:lstStyle/>
          <a:p>
            <a:pPr algn="ctr" indent="0" marL="0">
              <a:buNone/>
            </a:pPr>
            <a:r>
              <a:rPr lang="en-US" sz="1100" dirty="0">
                <a:solidFill>
                  <a:schemeClr val="tx2"/>
                </a:solidFill>
              </a:rPr>
              <a:t>Without fine-tuning the head points 19° off (12° before); the 2-epoch fine-tune brings it to 14°.</a:t>
            </a:r>
            <a:endParaRPr lang="en-US" sz="1100" dirty="0"/>
          </a:p>
          <a:p>
            <a:pPr algn="ctr" indent="0" marL="0">
              <a:buNone/>
            </a:pPr>
            <a:r>
              <a:rPr lang="en-US" sz="1100" dirty="0">
                <a:solidFill>
                  <a:schemeClr val="tx2"/>
                </a:solidFill>
              </a:rPr>
              <a:t>Bodies are still too small here (separate depth bug). Real photos not checked yet.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cannot settle it.</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findings and handover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real photos, a longer run (renders confirm it: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the fix. Likely detection; not yet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10-epoch sampler run; check the hands with the bone fix, then larger hand crops. Else: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Rebuild gave the same counts; the image files are likely missing (check pending): re-extract, rebuild.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2026-10-16T03:13:32Z</dcterms:created>
  <dcterms:modified xsi:type="dcterms:W3CDTF">2026-10-16T03:13:32Z</dcterms:modified>
</cp:coreProperties>
</file>