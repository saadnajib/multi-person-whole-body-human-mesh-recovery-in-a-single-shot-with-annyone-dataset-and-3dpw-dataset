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ef16ca8-16ca-afbb-50d7-0f91f805e331}">
          <p14:sldIdLst>
            <p14:sldId id="256"/>
            <p14:sldId id="257"/>
            <p14:sldId id="258"/>
            <p14:sldId id="259"/>
          </p14:sldIdLst>
        </p14:section>
        <p14:section name="3DPW labels" id="{d1f7bbda-37fc-f8ce-cc91-2dec125c61d6}">
          <p14:sldIdLst>
            <p14:sldId id="260"/>
            <p14:sldId id="261"/>
          </p14:sldIdLst>
        </p14:section>
        <p14:section name="Findings" id="{c444980a-b04a-4a44-c320-c76cd50a248d}">
          <p14:sldIdLst>
            <p14:sldId id="262"/>
            <p14:sldId id="263"/>
            <p14:sldId id="264"/>
            <p14:sldId id="265"/>
          </p14:sldIdLst>
        </p14:section>
        <p14:section name="Bug" id="{126f1db0-e9e2-e170-478f-c2ed8fe5af99}">
          <p14:sldIdLst>
            <p14:sldId id="266"/>
            <p14:sldId id="267"/>
            <p14:sldId id="268"/>
          </p14:sldIdLst>
        </p14:section>
        <p14:section name="Next" id="{160f6312-a0c3-0698-5fe6-2ca20a2e9188}">
          <p14:sldIdLst>
            <p14:sldId id="269"/>
            <p14:sldId id="270"/>
            <p14:sldId id="271"/>
            <p14:sldId id="272"/>
          </p14:sldIdLst>
        </p14:section>
        <p14:section name="Appendix" id="{7771e3ca-d719-1464-6e77-536e1aef1ad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were missing for 6 train sequences, part of a seventh, and one validation sequence. The fits existed, but a first rebuild gave the same counts: the image files of those sequences were missing on the cluster. On 16 October I re-extracted the images of the eight sequences; captureSelfies_00 went from 480 to 750 files. The second rebuild, job 3581320, brought the labels back: train now has 6,437 label images instead of 4,451, validation 2,777 instead of 2,458, exactly what the fits imply. This third defect is fixed; the first two need the re-fit.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had 4,451 of 6,437 expected label images, validation 2,458 of 2,777. The first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was an incomplete unzip of the 3DPW images on the cluster. On 16 October I re-extracted the image folders of the eight sequences: captureSelfies_00 had 480 of 750 files; for the other seven the counts before were not recorded. The second rebuild, job 3581320, gave train 6,437 label images with 7,589 people, validation 2,777, test 9,722 unchanged: 18,936 label files, exactly what the fits imply. All six train sequences and basketball_01 now have labels, and captureSelfies_00 has 401. These rebuilt labels still come from the old fits, so gender is still reversed; I will not train on them before the re-fit.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cause is unknown. My guess is the gender or shape prediction on real images, a synthetic-to-real gap like the age problem; not tested.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first rebuild gave the same counts, so I re-extracted the images of the eight sequences on 16 October; captureSelfies_00 went from 480 to 750 files. The second rebuild, job 3581320, brought the missing labels back: train 6,437 label images instead of 4,451, validation 2,777 instead of 2,458. Then gender, frame grid and a re-fit of all 87 tasks, before any 3DPW test.</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v5 and the depth-fix model both miss them in 4 of the 12 rendered holdout images (slide 12). Children and fingers: one 2-epoch test is not enough to close them.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have the reversed gender and the missing second person.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captureSelfies_00 went from 480 to 750 files, and a second rebuild, job 3581320, brought the labels back: train 6,437 label images instead of 4,451, validation 2,777 instead of 2,458. Gender and the missing second person still need the re-fit.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(image files missing). Fixed 16 Oct: train 4,451 → 6,437, val 2,458 → 2,777.</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train 4,451 → 6,437 images).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2026-10-16T11:36:46Z</dcterms:created>
  <dcterms:modified xsi:type="dcterms:W3CDTF">2026-10-16T11:36:46Z</dcterms:modified>
</cp:coreProperties>
</file>