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f82fb89-331b-4e6f-5621-3d2f26bb6458}">
          <p14:sldIdLst>
            <p14:sldId id="256"/>
            <p14:sldId id="257"/>
            <p14:sldId id="258"/>
            <p14:sldId id="259"/>
          </p14:sldIdLst>
        </p14:section>
        <p14:section name="3DPW labels" id="{fb228ada-20b5-cb5f-0baa-0bf568c2738f}">
          <p14:sldIdLst>
            <p14:sldId id="260"/>
            <p14:sldId id="261"/>
          </p14:sldIdLst>
        </p14:section>
        <p14:section name="Findings" id="{3c048e27-696e-f31f-9919-5da3aa2c010f}">
          <p14:sldIdLst>
            <p14:sldId id="262"/>
            <p14:sldId id="263"/>
            <p14:sldId id="264"/>
            <p14:sldId id="265"/>
          </p14:sldIdLst>
        </p14:section>
        <p14:section name="Bug" id="{e144d7df-82a2-f5ac-5ec4-37598ebb6543}">
          <p14:sldIdLst>
            <p14:sldId id="266"/>
            <p14:sldId id="267"/>
            <p14:sldId id="268"/>
          </p14:sldIdLst>
        </p14:section>
        <p14:section name="Next" id="{8f65a859-78f3-d3cf-65c6-3a807fa4c422}">
          <p14:sldIdLst>
            <p14:sldId id="269"/>
            <p14:sldId id="270"/>
            <p14:sldId id="271"/>
            <p14:sldId id="272"/>
          </p14:sldIdLst>
        </p14:section>
        <p14:section name="Appendix" id="{70d06c7f-3bd3-d055-432c-d478faddc08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are likely missing on the cluster; I have not checked that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counting the files in each of those image folders will show 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The demo log shows the fix on for four bones. Demo: job 3581312, person detector, each body placed from its detection box, 4 example photos and 8 3DPW test frames.</a:t>
            </a:r>
          </a:p>
          <a:p>
            <a:r>
              <a:rPr lang="en-US" dirty="0"/>
              <a:t>- Men: in both models, adult men on real photos get female-looking bodies, with breasts and narrow shoulders, for example the male tennis players. v5 never saw 3DPW, so this is not the gender defect in our 3DPW labels; the cause is unknown. My guess is the gender or shape prediction on real images, a synthetic-to-real gap like the age problem; not tested.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does a first real-image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the images are likely missing; I will check, re-extract and rebuild. Then gender, frame grid and a re-fit of all 87 tasks, before any 3DPW test.</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both models miss them in 4 of the 12 rendered images. Children and fingers: one 2-epoch test is not enough to close them. 3DPW labels: the rebuild, into a new folder, gave the same counts, so my old guess that the builder ran before the fits finished is wrong. The builder skips every frame without an image file. The check is one file count per image folder of the eight affected sequences; if they are empty or short, I unzip the 3DPW images again and rebuild.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are likely missing on the cluster; the check is still to do.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Rebuild: same counts; likely missing image files.</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on a holdout image and on a real 3DPW test frame (by eye).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correction</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correction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Rebuild gave the same counts; the image files are likely missing (check pending): re-extract, rebuild.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2026-10-16T04:31:24Z</dcterms:created>
  <dcterms:modified xsi:type="dcterms:W3CDTF">2026-10-16T04:31:24Z</dcterms:modified>
</cp:coreProperties>
</file>