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4f714fe2-108b-882f-8c0f-6b56b949ed76}">
          <p14:sldIdLst>
            <p14:sldId id="256"/>
            <p14:sldId id="257"/>
            <p14:sldId id="258"/>
            <p14:sldId id="259"/>
          </p14:sldIdLst>
        </p14:section>
        <p14:section name="3DPW labels" id="{7ede61d7-e3d9-20ba-01bf-cab12b5cabea}">
          <p14:sldIdLst>
            <p14:sldId id="260"/>
            <p14:sldId id="261"/>
          </p14:sldIdLst>
        </p14:section>
        <p14:section name="Findings" id="{8f010fcd-5259-cd36-f45a-9f1713e2ab3e}">
          <p14:sldIdLst>
            <p14:sldId id="262"/>
            <p14:sldId id="263"/>
            <p14:sldId id="264"/>
            <p14:sldId id="265"/>
          </p14:sldIdLst>
        </p14:section>
        <p14:section name="Bug" id="{c1102b0f-ca97-044b-b743-b0b9b53a950f}">
          <p14:sldIdLst>
            <p14:sldId id="266"/>
            <p14:sldId id="267"/>
            <p14:sldId id="268"/>
          </p14:sldIdLst>
        </p14:section>
        <p14:section name="Next" id="{ee7b92de-e5d5-7ef8-2f7b-99111b4924ab}">
          <p14:sldIdLst>
            <p14:sldId id="269"/>
            <p14:sldId id="270"/>
            <p14:sldId id="271"/>
            <p14:sldId id="272"/>
          </p14:sldIdLst>
        </p14:section>
        <p14:section name="Appendix" id="{a8842475-ea0e-8213-b3c4-486fc362b04e}">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on real photos it does not. I measured this on Relative Human, a public set of real photos with age-group labels: 635 validation images with 2,130 labelled people. The detected kids get a predicted age of 0.61 and the babies 0.62, against 0.63 for adults, so age barely separates them: the AUC is 0.61, where 0.5 is chance, and none of the 89 detected kids and only one of the 38 babies falls below our child threshold of 0.45. The model does see that they are small, but it puts that into height, not age: height goes from 0.51 for adults to 0.45 for kids and 0.39 for babies. So it reads children as short adults; in Anny, a low height at an adult age is a short, broad-shouldered adult. Gender carries no signal either: men get 0.535 on average and women 0.551, while Anny's male end is 0. This is the same pull to the training median we see on synthetic data, and it replaces my earlier by-eye reading of a few people in our own photos. The decision for today: write it up as a limitation, or add weak age labels from the Relative Human training set, as the BEV paper did, which is one to two weeks of code after the final model. Separately, a flag can stop the 3DPW labels from training every real person toward one fixed average body; it is off by default, and the final model that started training on 18 October has it off; a run with it on can follow.</a:t>
            </a:r>
          </a:p>
          <a:p>
            <a:endParaRPr lang="en-US" dirty="0"/>
          </a:p>
          <a:p>
            <a:r>
              <a:rPr lang="en-US" dirty="0"/>
              <a:t>If asked: Recall: the model detects only 47 percent of the labelled people, 33 percent of the babies and 43 percent of the kids; the photos are crowded and the model runs at 672 pixels. So every number covers detected people only. Matching: each detection is paired with a labelled box by overlap, IoU at least 0.3. In crowded scenes a few child labels may get an adult detection; that would blur the height drop and any age gap, but it cannot create the height drop, and the clear height drop says most matches are real children. The fine-tuned model with the neck and finger fix gives the same numbers within noise: AUC 0.613, kids 0.62, adults 0.64, gender 0.533 for men and 0.562 for women. That is expected: the fix turns bones, not the shape output. Teens get age 0.60 and height 0.49, between adults and kids in height. Our own photos agree: the one real child, a standing boy, gets age 0.60 and height 0.48; the five small people I quoted before were mostly crouching or seated adults, because the skeletal height I used is measured on the posed body. On synthetic data the same pull shows at both ends: holdout people with a true age of 0.6 to 0.8 come out at 0.57, and the youngest training people at 0.10 instead of 0.015. Showing about five times more synthetic children for two epochs was inconclusive, 48.5 against 53.1 millimetres on ten training children, and it has no mechanism for real photos.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its training split is where weak labels would come from.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 the 8 real images I have seen so far from a first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children are now measured on real photos with age labels, the Relative Human dataset: the model reads them as short adults, and age separates them from adults with an AUC of only 0.61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started training on them on 18 October, and a short smoke test of the whole recipe passed.</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comes with the final model, on the new labels.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had three defects; a re-fit fixed them, and the new labels pass the check with a warning (slide 6). What I do not claim: that the neck fix is proven, since it is one run without a fixed seed; better children; correct depth for near and far people; a depth fix without cost. My question: fine-tune v9 now, or first fix the 3DPW labels and re-fit? The re-fit is now done, so the second waits only for the training queue.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old 3DPW-Anny labels, but those labels had the gender and two-person defects, so that score is not a clean measure. On the AnnyOne holdout v9 is not the best: 75.0 at epoch 62, the planned start, and 77.0 at epoch 149, against 70.5.</a:t>
            </a:r>
          </a:p>
          <a:p>
            <a:r>
              <a:rPr lang="en-US" dirty="0"/>
              <a:t>- Option 2, labels first: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would start from v5 with v5's own bone fix and the depth fix, run 10 epochs, and have a control run without the two fixes; both started training on 18 October, after a short smoke test of the whole recipe passed. I prefer this option: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A new flag can also leave out the eight 3DPW shape values that are constants, age 0.55 and seven at 0.5; it is off by default, and the first final-model run has it off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three defects found and fixed.</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127 real children vs 821 adults (Relative Human val); separation AUC 0.6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0.61 vs 0.63</a:t>
            </a:r>
            <a:endParaRPr lang="en-US" sz="4000" dirty="0"/>
          </a:p>
        </p:txBody>
      </p:sp>
      <p:sp>
        <p:nvSpPr>
          <p:cNvPr id="8" name="label predicted age of 127 real children vs 821 adults (Relative Human val); separation AUC 0.6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127 real children vs 821 adults (Relative Human val); separation AUC 0.61</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no shape output is clamped; training babies come out child-like, but too old. True shape: 10 training children 47.8 → 41.6 mm.</a:t>
            </a:r>
            <a:endParaRPr lang="en-US" sz="1200" dirty="0"/>
          </a:p>
          <a:p>
            <a:pPr marL="177800" indent="-177800">
              <a:spcAft>
                <a:spcPts val="300"/>
              </a:spcAft>
              <a:buSzPct val="100000"/>
              <a:buChar char="•"/>
            </a:pPr>
            <a:r>
              <a:rPr lang="en-US" sz="1200" b="1" dirty="0">
                <a:solidFill>
                  <a:schemeClr val="tx1"/>
                </a:solidFill>
              </a:rPr>
              <a:t>Children are read as short adults: </a:t>
            </a:r>
            <a:r>
              <a:rPr lang="en-US" sz="1200" dirty="0">
                <a:solidFill>
                  <a:schemeClr val="tx1"/>
                </a:solidFill>
              </a:rPr>
              <a:t>height 0.45 kid / 0.39 baby vs 0.51 adult; age unchanged (Relative Human val).</a:t>
            </a:r>
            <a:endParaRPr lang="en-US" sz="1200" dirty="0"/>
          </a:p>
          <a:p>
            <a:pPr marL="177800" indent="-177800">
              <a:spcAft>
                <a:spcPts val="300"/>
              </a:spcAft>
              <a:buSzPct val="100000"/>
              <a:buChar char="•"/>
            </a:pPr>
            <a:r>
              <a:rPr lang="en-US" sz="1200" b="1" dirty="0">
                <a:solidFill>
                  <a:schemeClr val="tx1"/>
                </a:solidFill>
              </a:rPr>
              <a:t>Gender: </a:t>
            </a:r>
            <a:r>
              <a:rPr lang="en-US" sz="1200" dirty="0">
                <a:solidFill>
                  <a:schemeClr val="tx1"/>
                </a:solidFill>
              </a:rPr>
              <a:t>men 0.535, women 0.551: no gender signal on real photos.</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2-epoch sampler pilot: inconclusive.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synthetic child numbers are in-sample (no children in the holdout); real-photo numbers cover detected people only (47%). Ages are Anny's 0–1 value, not years.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measured on Relative Human (AUC 0.61, read as short adults); decision: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started training on them 18 Oct.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three defects found and fixed by a re-fit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Chosen: fix gender and frame grid, re-fit all 3DPW tasks, then fine-tune v5 (re-fit done; fine-tune and control training since 18 Oct). Next: write up, or also add weak age labels for children (1–2 weeks)?</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2026-10-18T03:59:24Z</dcterms:created>
  <dcterms:modified xsi:type="dcterms:W3CDTF">2026-10-18T03:59:24Z</dcterms:modified>
</cp:coreProperties>
</file>