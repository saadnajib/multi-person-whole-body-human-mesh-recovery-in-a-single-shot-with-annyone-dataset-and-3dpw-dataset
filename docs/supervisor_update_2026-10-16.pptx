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57a97123-4671-0c9b-340c-d8e7c54545af}">
          <p14:sldIdLst>
            <p14:sldId id="256"/>
            <p14:sldId id="257"/>
            <p14:sldId id="258"/>
            <p14:sldId id="259"/>
          </p14:sldIdLst>
        </p14:section>
        <p14:section name="3DPW labels" id="{03f6424f-a281-ca5e-f4ac-dc28ae9382d1}">
          <p14:sldIdLst>
            <p14:sldId id="260"/>
            <p14:sldId id="261"/>
          </p14:sldIdLst>
        </p14:section>
        <p14:section name="Findings" id="{6875509e-20a7-f259-119e-a16f91e3857d}">
          <p14:sldIdLst>
            <p14:sldId id="262"/>
            <p14:sldId id="263"/>
            <p14:sldId id="264"/>
            <p14:sldId id="265"/>
          </p14:sldIdLst>
        </p14:section>
        <p14:section name="Bug" id="{6bf0cd1f-0ba8-1ca0-3397-10095ead2f69}">
          <p14:sldIdLst>
            <p14:sldId id="266"/>
            <p14:sldId id="267"/>
            <p14:sldId id="268"/>
          </p14:sldIdLst>
        </p14:section>
        <p14:section name="Next" id="{a8f9d1e1-8ad5-7fbc-d63e-2a63bb2ce066}">
          <p14:sldIdLst>
            <p14:sldId id="269"/>
            <p14:sldId id="270"/>
            <p14:sldId id="271"/>
            <p14:sldId id="272"/>
          </p14:sldIdLst>
        </p14:section>
        <p14:section name="Appendix" id="{fbee3a26-379d-96ca-ac4d-5e8b070e0538}">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are missing for 6 train sequences, part of a seventh, and one validation sequence. The fits exist, but a rebuild gave the same counts, so the image files of those sequences were likely missing on the cluster. On 16 October I re-extracted the images of the eight sequences; captureSelfies_00 went from 480 to 750 files. A second rebuild, job 3581320, is pending.</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has 4,451 of 6,437 expected label images, validation 2,458 of 2,777. The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is an incomplete unzip of the 3DPW images on the cluster. On 16 October I re-extracted the image folders of the eight sequences: captureSelfies_00 had 480 of 750 files; for the other seven the counts before were not recorded. The second rebuild, job 3581320, is pending; if the images were the cause, train rises to about 6,437 label images and validation to about 2,777.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Next: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cause is unknown. My guess is the gender or shape prediction on real images, a synthetic-to-real gap like the age problem; not tested.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the holdout renders of the correction alone show normal necks, and so, by eye, do the 8 real images I have seen so far from a first demo of the fine-tuned model. I still need a longer run, and real images have no neck metric.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a longer sampler run, and a look at the hands with the bone fix. Seventh, 3DPW: the rebuild gave the same counts, so I re-extracted the images of the eight sequences on 16 October; captureSelfies_00 went from 480 to 750 files. A second rebuild, job 3581320, is pending. Then gender, frame grid and a re-fit of all 87 tasks, before any 3DPW test.</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v5 and the depth-fix model both miss them in 4 of the 12 rendered holdout images (slide 12). Children and fingers: one 2-epoch test is not enough to close them.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is pending: if the images were the cause, train rises from 4,451 to about 6,437 label images and validation from 2,458 to about 2,777. Gender and the frame grid are different: set men to 0 and, by Anny's convention, women to 1; the refit confirmed it only for men. And pick both people's frames on one shared grid. Both happen inside the fit, so all 87 conversion tasks must be fitted again,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and in a first real-image demo the fine-tuned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have no labels; a rebuild gave the same counts, so their image files were likely missing on the cluster. On 16 October I re-extracted them, captureSelfies_00 went from 480 to 750 files, and a second rebuild, job 3581320, is pending.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Images re-extracted; second rebuild job 3581320 pending.</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a longer fine-tune with the fix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cannot settle it.</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a longer run;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10-epoch sampler run; check the hands with the bone fix, then larger hand crops. Else: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Images of the missing sequences re-extracted 16 Oct; second rebuild job 3581320 pending.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2026-10-16T05:04:35Z</dcterms:created>
  <dcterms:modified xsi:type="dcterms:W3CDTF">2026-10-16T05:04:35Z</dcterms:modified>
</cp:coreProperties>
</file>