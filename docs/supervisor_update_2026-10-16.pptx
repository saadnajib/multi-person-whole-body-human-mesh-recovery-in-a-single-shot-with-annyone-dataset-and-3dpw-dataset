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f172acb4-51f9-0258-11bf-003e92a7f46f}">
          <p14:sldIdLst>
            <p14:sldId id="256"/>
            <p14:sldId id="257"/>
            <p14:sldId id="258"/>
            <p14:sldId id="259"/>
          </p14:sldIdLst>
        </p14:section>
        <p14:section name="3DPW labels" id="{2b1b0383-7d79-fef5-23e7-b85ea5140f22}">
          <p14:sldIdLst>
            <p14:sldId id="260"/>
            <p14:sldId id="261"/>
          </p14:sldIdLst>
        </p14:section>
        <p14:section name="Findings" id="{4aa6ada4-1260-7cdf-93ce-d587056a0ba1}">
          <p14:sldIdLst>
            <p14:sldId id="262"/>
            <p14:sldId id="263"/>
            <p14:sldId id="264"/>
            <p14:sldId id="265"/>
          </p14:sldIdLst>
        </p14:section>
        <p14:section name="Bug" id="{49a00c42-7cf4-bbbd-e2ec-6b03b07f7895}">
          <p14:sldIdLst>
            <p14:sldId id="266"/>
            <p14:sldId id="267"/>
            <p14:sldId id="268"/>
          </p14:sldIdLst>
        </p14:section>
        <p14:section name="Next" id="{b6938dc3-a68b-5c6e-647f-a9ad990bb88b}">
          <p14:sldIdLst>
            <p14:sldId id="269"/>
            <p14:sldId id="270"/>
            <p14:sldId id="271"/>
            <p14:sldId id="272"/>
            <p14:sldId id="273"/>
            <p14:sldId id="274"/>
            <p14:sldId id="275"/>
          </p14:sldIdLst>
        </p14:section>
        <p14:section name="Appendix" id="{ecd477a9-3f36-9a60-8f31-054154dfeec8}">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three defects I found in them and their fix, what I found in the neck and a first fix for it, what I measured about the fingers and the children, one depth bug nobody was looking for and its fix, the final model with all fixes together next to a control, how it looks on real photos, what is still open, and where we stand on your thesis requirements.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16).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16).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10).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17); on Relative Human its gender accuracy is 64 percent, against 46.5 for v5 (slide 10).</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training images the model can make child-like bodies; on real photos v5 could not, and the final model does better, but children are not solved. I measured both models on Relative Human, a public set of real photos with age-group labels: 635 validation images with 2,130 labelled people. v5 reads children as short adults: kids get a predicted age of 0.61 and babies 0.62, against 0.63 for adults, so the separation AUC is only 0.61, where 0.5 is chance; the smallness goes into height instead, 0.45 for kids and 0.39 for babies against 0.51; and its gender accuracy is 46.5 percent, which is chance. The final model is better on every line: babies get 0.44 against 0.54 for adults, the AUC rises to 0.72, and half of the babies now fall below our child threshold of 0.45, against 3 percent with v5. Gender accuracy goes from 46 to 64 percent: women are now clearly recognised, at 0.86 on average, while men are still in the middle, at 0.55. It also finds more of the people, 65 percent instead of 47, and 62 percent of the babies instead of 33. I think part of the age shift comes from the 3DPW labels, which fix every real person's age at 0.55, because the adults dropped too, from 0.63 to 0.54; a run that masks those fixed 3DPW shape values is in progress, and it can go either way. So the decision for today stays: children as a stated limitation, or weak age labels from the Relative Human training set, which is one to two weeks of work.</a:t>
            </a:r>
          </a:p>
          <a:p>
            <a:endParaRPr lang="en-US" dirty="0"/>
          </a:p>
          <a:p>
            <a:r>
              <a:rPr lang="en-US" dirty="0"/>
              <a:t>If asked:</a:t>
            </a:r>
          </a:p>
          <a:p>
            <a:r>
              <a:rPr lang="en-US" dirty="0"/>
              <a:t>- Caveats: every number covers detected people only. The final model matches more people, 1,305 children and adults against 948 for v5, so the two AUCs are over different sets of people. Detections are paired with labelled boxes by overlap, IoU at least 0.3; in crowded scenes a few child labels may get an adult detection, which would blur the gap, not create it. One run, the validation split.</a:t>
            </a:r>
          </a:p>
          <a:p>
            <a:r>
              <a:rPr lang="en-US" dirty="0"/>
              <a:t>- The 0.55 anchor: the AUC only ranks people, so moving everyone down by the same amount cannot raise it; the gain from 0.61 to 0.72 is real separation. But the adults' drop from 0.63 to 0.54 is most likely that anchor. With the mask, adult ages may go back toward 0.6 and the other shape values may spread out again, and the children's gain may shrink or stay. That is why I call the masked run an experiment with two outcomes, not a sure improvement. The 3DPW ground-truth meshes keep the average body, so its 3DPW error can also move for that reason alone.</a:t>
            </a:r>
          </a:p>
          <a:p>
            <a:r>
              <a:rPr lang="en-US" dirty="0"/>
              <a:t>- Height: v5 put the smallness into height; the final model puts more of it into age. Babies' height is 0.46 now, against 0.39 in v5; adults 0.50.</a:t>
            </a:r>
          </a:p>
          <a:p>
            <a:r>
              <a:rPr lang="en-US" dirty="0"/>
              <a:t>- The other shape values: on the 12 demo images the final model's muscle, weight, cup size and firmness sit near 0.5, the values the 3DPW labels fix. So “shape changes per person” is true for gender, partly for age and height, and not yet for those four.</a:t>
            </a:r>
          </a:p>
          <a:p>
            <a:r>
              <a:rPr lang="en-US" dirty="0"/>
              <a:t>- v5 in detail: none of its 89 detected kids and one of its 38 babies fall below 0.45; teens get age 0.60 and height 0.49. The neck and finger pilot gives the same as v5 within noise, AUC 0.613, gender 48 percent: the fix turns bones, not the shape output.</a:t>
            </a:r>
          </a:p>
          <a:p>
            <a:r>
              <a:rPr lang="en-US" dirty="0"/>
              <a:t>- Our own photos: the one real child, a standing boy, still gets an adult body with the final model, judged by eye. One child is not a measurement; Relative Human is.</a:t>
            </a:r>
          </a:p>
          <a:p>
            <a:r>
              <a:rPr lang="en-US" dirty="0"/>
              <a:t>- Synthetic data shows the same pull to the median at both ends: holdout people with a true age of 0.6 to 0.8 come out at 0.57, and the youngest training people at 0.10 instead of 0.015. Showing about five times more synthetic children for two epochs was inconclusive, 48.5 against 53.1 millimetres on ten training children. So I cannot yet say whether the cause is the gap between synthetic and real images, or the loss, an L1 through a sigmoid on rare values.</a:t>
            </a:r>
          </a:p>
          <a:p>
            <a:r>
              <a:rPr lang="en-US" dirty="0"/>
              <a:t>- Anny: a child is mainly narrow shoulders relative to the head, and only a low age gives that; a low height at age 0.6 gives a short, broad-shouldered adult, at least 1.22 metres tall. I do not convert ages to years: our code uses three different scales.</a:t>
            </a:r>
          </a:p>
          <a:p>
            <a:r>
              <a:rPr lang="en-US" dirty="0"/>
              <a:t>- Weak labels: Relative Human has about 24,800 people with age-group labels, among them 2,720 children and 1,534 babies, plus gender; its training split is where they would come from, as the BEV paper did. Anny-Fit, from the group that made Anny, refits bodies at test time from a vision-language model's age and gender; it could give better figures, but it is not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16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16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10).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16.</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10).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10).</a:t>
            </a:r>
          </a:p>
          <a:p>
            <a:endParaRPr lang="en-US" dirty="0"/>
          </a:p>
          <a:p>
            <a:r>
              <a:rPr lang="en-US" dirty="0"/>
              <a:t>If asked:</a:t>
            </a:r>
          </a:p>
          <a:p>
            <a:r>
              <a:rPr lang="en-US" dirty="0"/>
              <a:t>- Source: demo job 3612078, the same demo script as slide 8,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10.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16).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10);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16).</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16). The twenty-times 10-epoch run has no result yet. Close people: v5 and the depth-fix model both miss them in 4 of the 12 rendered holdout images (slide 12).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16). On Relative Human, the final model is better than v5 on every line: gender accuracy 46 to 64 percent, child-vs-adult AUC 0.61 to 0.72, recall 47 to 65 percent (slide 10).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(next slide).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16.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in progress (slide 10).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I have not yet shown predicted hands on real photos, because every real-photo demo so far relaxes the fingers. Shape is partly there and at risk: gender now changes per person, 64 percent correct on Relative Human, and age partly, but muscle, weight, cup size and firmness sit near 0.5, the values the 3DPW labels fix; the masked run tests that. Requirement 1b is not met, and I want to be clear about it: our model is the upstream Multi-HMR with its output layer resized for Anny and a bone correction that adds no parameters, and its backbone weights come from NAVER's Anny checkpoint. My proposed route is the smaller-model option: a ViT-B student distilled from the final model, about 101 million parameters and 603 GFLOPs against 318 million and 1,927 for our ViT-L, so 3.1 times fewer parameters and 3.2 times fewer FLOPs, with the milliseconds per image measured. The bar I set myself is at most 1.05 times the error of the larger model on both AnnyOne and 3DPW, reported against our ViT-L and against NAVER's ViT-L. The risk: NAVER's own ViT-B is about 15 percent worse than its ViT-L on synthetic BEDLAM data, so AnnyOne may miss the bar; it is one long job, I launch it on Tuesday, and the first result comes around 8 November. Temporal modelling has not started; my plan is a small refiner on top of the frozen per-frame model, in month two. The report has a draft, whose 74 millimetre headline must become 70.5,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I have written an adapter to evaluate it with our code, but it has not run yet; until it has, I do not know whether our model beats it.</a:t>
            </a:r>
          </a:p>
          <a:p>
            <a:r>
              <a:rPr lang="en-US" dirty="0"/>
              <a:t>- FLOPs: counted analytically from the layer shapes at 672 pixels, with one multiply-add counted as two FLOPs; the ViT-L backbone alone is about 1,917 of the 1,927 GFLOPs. NAVER's ViT-L at about 414 million parameters is a hand estimate. The milliseconds will be measured on one GPU, both models on the same GPU.</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the previous slide.</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One hidden depth bug found and partly fixed.</a:t>
            </a:r>
            <a:endParaRPr lang="en-US" sz="1800" dirty="0"/>
          </a:p>
          <a:p>
            <a:pPr algn="l" indent="0" marL="0">
              <a:buNone/>
            </a:pPr>
            <a:r>
              <a:rPr lang="en-US" sz="1600" dirty="0">
                <a:solidFill>
                  <a:schemeClr val="bg2"/>
                </a:solidFill>
              </a:rPr>
              <a:t>3DPW labels: three defects found and fixed.</a:t>
            </a:r>
            <a:endParaRPr lang="en-US" sz="1800" dirty="0"/>
          </a:p>
          <a:p>
            <a:pPr algn="l" indent="0" marL="0">
              <a:buNone/>
            </a:pPr>
            <a:r>
              <a:rPr lang="en-US" sz="1600" dirty="0">
                <a:solidFill>
                  <a:schemeClr val="bg2"/>
                </a:solidFill>
              </a:rPr>
              <a:t>Neck: two bones turned half a turn; a pilot fix passes (one run).</a:t>
            </a:r>
            <a:endParaRPr lang="en-US" sz="1800" dirty="0"/>
          </a:p>
          <a:p>
            <a:pPr algn="l" indent="0" marL="0">
              <a:buNone/>
            </a:pPr>
            <a:r>
              <a:rPr lang="en-US" sz="1600" dirty="0">
                <a:solidFill>
                  <a:schemeClr val="bg2"/>
                </a:solidFill>
              </a:rPr>
              <a:t>Fingers: half the error was two flipped bones. Children: open.</a:t>
            </a:r>
            <a:endParaRPr lang="en-US" sz="1800" dirty="0"/>
          </a:p>
          <a:p>
            <a:pPr algn="l" indent="0" marL="0">
              <a:buNone/>
            </a:pPr>
            <a:r>
              <a:rPr lang="en-US" sz="1600" dirty="0">
                <a:solidFill>
                  <a:schemeClr val="bg2"/>
                </a:solidFill>
              </a:rPr>
              <a:t>Final model: all fixes hold together; recall costs 2 points.</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16):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v5 vs the final model on real photos</a:t>
            </a:r>
            <a:endParaRPr lang="en-US" sz="2700" dirty="0"/>
          </a:p>
        </p:txBody>
      </p:sp>
      <p:sp>
        <p:nvSpPr>
          <p:cNvPr id="3" name="stat children per batch with the balanced sampler: unproven after 2 epoch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per batch with the balanced sampler: unproven after 2 epoch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per batch with the balanced sampler: unproven after 2 epochs</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child-vs-adult separation (AUC), v5 → final model, Relative Human val"/>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1"/>
                </a:solidFill>
              </a:rPr>
              <a:t>0.61 → 0.72</a:t>
            </a:r>
            <a:endParaRPr lang="en-US" sz="4000" dirty="0"/>
          </a:p>
        </p:txBody>
      </p:sp>
      <p:sp>
        <p:nvSpPr>
          <p:cNvPr id="8" name="label child-vs-adult separation (AUC), v5 → final model, Relative Human val"/>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child-vs-adult separation (AUC), v5 → final model, Relative Human val</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v5 reads children as short adults: </a:t>
            </a:r>
            <a:r>
              <a:rPr lang="en-US" sz="1200" dirty="0">
                <a:solidFill>
                  <a:schemeClr val="tx1"/>
                </a:solidFill>
              </a:rPr>
              <a:t>age 0.61 kid / 0.62 baby vs 0.63 adult; only height drops (0.45 / 0.39 vs 0.51). Gender 46.5%: chance.</a:t>
            </a:r>
            <a:endParaRPr lang="en-US" sz="1200" dirty="0"/>
          </a:p>
          <a:p>
            <a:pPr marL="177800" indent="-177800">
              <a:spcAft>
                <a:spcPts val="300"/>
              </a:spcAft>
              <a:buSzPct val="100000"/>
              <a:buChar char="•"/>
            </a:pPr>
            <a:r>
              <a:rPr lang="en-US" sz="1200" b="1" dirty="0">
                <a:solidFill>
                  <a:schemeClr val="tx1"/>
                </a:solidFill>
              </a:rPr>
              <a:t>Final model: </a:t>
            </a:r>
            <a:r>
              <a:rPr lang="en-US" sz="1200" dirty="0">
                <a:solidFill>
                  <a:schemeClr val="tx1"/>
                </a:solidFill>
              </a:rPr>
              <a:t>gender accuracy 46 → 64% (women recognised, men still mid-range); babies 0.44 vs adults 0.54; recall 47 → 65%.</a:t>
            </a:r>
            <a:endParaRPr lang="en-US" sz="1200" dirty="0"/>
          </a:p>
          <a:p>
            <a:pPr marL="177800" indent="-177800">
              <a:spcAft>
                <a:spcPts val="300"/>
              </a:spcAft>
              <a:buSzPct val="100000"/>
              <a:buChar char="•"/>
            </a:pPr>
            <a:r>
              <a:rPr lang="en-US" sz="1200" b="1" dirty="0">
                <a:solidFill>
                  <a:schemeClr val="tx1"/>
                </a:solidFill>
              </a:rPr>
              <a:t>Why (v5): </a:t>
            </a:r>
            <a:r>
              <a:rPr lang="en-US" sz="1200" dirty="0">
                <a:solidFill>
                  <a:schemeClr val="tx1"/>
                </a:solidFill>
              </a:rPr>
              <a:t>the shape head falls back to the training median, synthetic and real. Sampler pilot: inconclusive.</a:t>
            </a:r>
            <a:endParaRPr lang="en-US" sz="1200" dirty="0"/>
          </a:p>
          <a:p>
            <a:pPr marL="177800" indent="-177800">
              <a:spcAft>
                <a:spcPts val="300"/>
              </a:spcAft>
              <a:buSzPct val="100000"/>
              <a:buChar char="•"/>
            </a:pPr>
            <a:r>
              <a:rPr lang="en-US" sz="1200" b="1" dirty="0">
                <a:solidFill>
                  <a:schemeClr val="tx1"/>
                </a:solidFill>
              </a:rPr>
              <a:t>3DPW labels fix age at 0.55: </a:t>
            </a:r>
            <a:r>
              <a:rPr lang="en-US" sz="1200" dirty="0">
                <a:solidFill>
                  <a:schemeClr val="tx1"/>
                </a:solidFill>
              </a:rPr>
              <a:t>likely part of the shift (adults 0.63 → 0.54). Run with those values masked: in progress.</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detected people only (948 v5, 1,305 final: different sets); synthetic child numbers in-sample; ages are Anny's 0–1 value.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16):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17"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and 3611339 (control); v5, v9, neck pilot: jobs 3612073–75.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16).</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16).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16). Relative Human, v5 → final: gender 46 → 64%, children AUC 0.61 → 0.72 (slide 10).</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 20).</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Does a smaller Multi-HMR-style student count as “not exactly Multi-HMR”?</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 and the plan</a:t>
            </a:r>
            <a:endParaRPr lang="en-US" sz="2700" dirty="0"/>
          </a:p>
        </p:txBody>
      </p:sp>
      <p:graphicFrame>
        <p:nvGraphicFramePr>
          <p:cNvPr id="21"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74320">
                <a:tc>
                  <a:txBody>
                    <a:bodyPr/>
                    <a:lstStyle/>
                    <a:p>
                      <a:pPr algn="l" indent="0" marL="0">
                        <a:buNone/>
                      </a:pPr>
                      <a:r>
                        <a:rPr lang="en-US" sz="1050" b="1" dirty="0">
                          <a:solidFill>
                            <a:srgbClr val="FFFFFF"/>
                          </a:solidFill>
                        </a:rPr>
                        <a:t>requirement</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50" b="1" dirty="0">
                          <a:solidFill>
                            <a:srgbClr val="FFFFFF"/>
                          </a:solidFill>
                        </a:rPr>
                        <a:t>status</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50" b="1" dirty="0">
                          <a:solidFill>
                            <a:srgbClr val="FFFFFF"/>
                          </a:solidFill>
                        </a:rPr>
                        <a:t>evidence (18 Oct)</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50" b="1" dirty="0">
                          <a:solidFill>
                            <a:srgbClr val="FFFFFF"/>
                          </a:solidFill>
                        </a:rPr>
                        <a:t>next</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84048">
                <a:tc>
                  <a:txBody>
                    <a:bodyPr/>
                    <a:lstStyle/>
                    <a:p>
                      <a:pPr algn="l" indent="0" marL="0">
                        <a:buNone/>
                      </a:pPr>
                      <a:r>
                        <a:rPr lang="en-US" sz="1050" b="1" dirty="0">
                          <a:solidFill>
                            <a:srgbClr val="1B2233"/>
                          </a:solidFill>
                        </a:rPr>
                        <a:t>1c  3DPW in Anny space</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3BA55D"/>
                          </a:solidFill>
                        </a:rPr>
                        <a:t>met</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233"/>
                          </a:solidFill>
                        </a:rPr>
                        <a:t>v23 labels: post-check PASS on 60 sequences; independent check WARN (body-model limits)</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233"/>
                          </a:solidFill>
                        </a:rPr>
                        <a:t>state the limits in the thesis</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233"/>
                          </a:solidFill>
                        </a:rPr>
                        <a:t>2a  3DPW-train used in training</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b="1" dirty="0">
                          <a:solidFill>
                            <a:srgbClr val="3BA55D"/>
                          </a:solidFill>
                        </a:rPr>
                        <a:t>met</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dirty="0">
                          <a:solidFill>
                            <a:srgbClr val="1B2233"/>
                          </a:solidFill>
                        </a:rPr>
                        <a:t>final model: 30% of every batch is 3DPW-train</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dirty="0">
                          <a:solidFill>
                            <a:srgbClr val="1B2233"/>
                          </a:solidFill>
                        </a:rPr>
                        <a:t>–</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84048">
                <a:tc>
                  <a:txBody>
                    <a:bodyPr/>
                    <a:lstStyle/>
                    <a:p>
                      <a:pPr algn="l" indent="0" marL="0">
                        <a:buNone/>
                      </a:pPr>
                      <a:r>
                        <a:rPr lang="en-US" sz="1050" b="1" dirty="0">
                          <a:solidFill>
                            <a:srgbClr val="1B2233"/>
                          </a:solidFill>
                        </a:rPr>
                        <a:t>1a  pose correct, 3DPW test and wild</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E8792B"/>
                          </a:solidFill>
                        </a:rPr>
                        <a:t>partly</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233"/>
                          </a:solidFill>
                        </a:rPr>
                        <a:t>neck 4.8°, fingers 8.3°; 3DPW test 89.0 mm, our best so far</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233"/>
                          </a:solidFill>
                        </a:rPr>
                        <a:t>depth slope 0.42, placement, hard poses; real-photo hands unshown</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233"/>
                          </a:solidFill>
                        </a:rPr>
                        <a:t>1a  shape changes per person</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b="1" dirty="0">
                          <a:solidFill>
                            <a:srgbClr val="E8792B"/>
                          </a:solidFill>
                        </a:rPr>
                        <a:t>partly, at risk</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dirty="0">
                          <a:solidFill>
                            <a:srgbClr val="1B2233"/>
                          </a:solidFill>
                        </a:rPr>
                        <a:t>gender yes (Relative Human 64%); age partly (baby 0.44, adult 0.54); muscle, weight, cup, firmness ≈ 0.5</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dirty="0">
                          <a:solidFill>
                            <a:srgbClr val="1B2233"/>
                          </a:solidFill>
                        </a:rPr>
                        <a:t>masked run (in progress); rest-pose lineup</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84048">
                <a:tc>
                  <a:txBody>
                    <a:bodyPr/>
                    <a:lstStyle/>
                    <a:p>
                      <a:pPr algn="l" indent="0" marL="0">
                        <a:buNone/>
                      </a:pPr>
                      <a:r>
                        <a:rPr lang="en-US" sz="1050" b="1" dirty="0">
                          <a:solidFill>
                            <a:srgbClr val="1B2233"/>
                          </a:solidFill>
                        </a:rPr>
                        <a:t>1b  not the same model as Multi-HMR</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C0392B"/>
                          </a:solidFill>
                        </a:rPr>
                        <a:t>not met</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233"/>
                          </a:solidFill>
                        </a:rPr>
                        <a:t>upstream Multi-HMR, output resized for Anny + 0-parameter bone fix; NAVER's Anny model not yet run</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233"/>
                          </a:solidFill>
                        </a:rPr>
                        <a:t>ViT-B student (below); needs your yes</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233"/>
                          </a:solidFill>
                        </a:rPr>
                        <a:t>2b  temporal (motion)</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b="1" dirty="0">
                          <a:solidFill>
                            <a:srgbClr val="7B8794"/>
                          </a:solidFill>
                        </a:rPr>
                        <a:t>not started</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dirty="0">
                          <a:solidFill>
                            <a:srgbClr val="1B2233"/>
                          </a:solidFill>
                        </a:rPr>
                        <a:t>per-frame model only</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50" dirty="0">
                          <a:solidFill>
                            <a:srgbClr val="1B2233"/>
                          </a:solidFill>
                        </a:rPr>
                        <a:t>refiner on frozen per-frame tokens, 16-frame windows; month two</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84048">
                <a:tc>
                  <a:txBody>
                    <a:bodyPr/>
                    <a:lstStyle/>
                    <a:p>
                      <a:pPr algn="l" indent="0" marL="0">
                        <a:buNone/>
                      </a:pPr>
                      <a:r>
                        <a:rPr lang="en-US" sz="1050" b="1" dirty="0">
                          <a:solidFill>
                            <a:srgbClr val="1B2233"/>
                          </a:solidFill>
                        </a:rPr>
                        <a:t>3   report and code</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E8792B"/>
                          </a:solidFill>
                        </a:rPr>
                        <a:t>partly</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233"/>
                          </a:solidFill>
                        </a:rPr>
                        <a:t>draft exists (74 mm → 70.5); 98 files hard-code /netscratch; no results or models committed</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2233"/>
                          </a:solidFill>
                        </a:rPr>
                        <a:t>clean-up list; release models with checksums</a:t>
                      </a:r>
                      <a:endParaRPr lang="en-US" sz="1050" dirty="0"/>
                    </a:p>
                  </a:txBody>
                  <a:tcPr marL="54864" marR="54864"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requirements route"/>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200" b="1" dirty="0">
                <a:solidFill>
                  <a:srgbClr val="1B2233"/>
                </a:solidFill>
              </a:rPr>
              <a:t>Route for (1b): </a:t>
            </a:r>
            <a:r>
              <a:rPr lang="en-US" sz="1200" dirty="0">
                <a:solidFill>
                  <a:schemeClr val="tx1"/>
                </a:solidFill>
              </a:rPr>
              <a:t>ViT-B student distilled from the final model, 3.1× fewer params, 3.2× fewer FLOPs, bar ≤ 1.05× error on both test sets; launch Tue 20 Oct, first result ~8 Nov.</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2026-10-18T12:23:40Z</dcterms:created>
  <dcterms:modified xsi:type="dcterms:W3CDTF">2026-10-18T12:23:40Z</dcterms:modified>
</cp:coreProperties>
</file>