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53d6943-66d5-d318-d95f-77509c60b5b9}">
          <p14:sldIdLst>
            <p14:sldId id="256"/>
            <p14:sldId id="257"/>
            <p14:sldId id="258"/>
            <p14:sldId id="259"/>
          </p14:sldIdLst>
        </p14:section>
        <p14:section name="3DPW labels" id="{78b63fef-ceb4-2d3d-cc51-5f4c9e7ba7ed}">
          <p14:sldIdLst>
            <p14:sldId id="260"/>
            <p14:sldId id="261"/>
          </p14:sldIdLst>
        </p14:section>
        <p14:section name="Findings" id="{7f188609-64d0-42d5-3127-295f280f608c}">
          <p14:sldIdLst>
            <p14:sldId id="262"/>
            <p14:sldId id="263"/>
            <p14:sldId id="264"/>
          </p14:sldIdLst>
        </p14:section>
        <p14:section name="Bug" id="{b0385c4e-7fe0-de58-7bba-2f5d5a3a857c}">
          <p14:sldIdLst>
            <p14:sldId id="265"/>
            <p14:sldId id="266"/>
            <p14:sldId id="267"/>
          </p14:sldIdLst>
        </p14:section>
        <p14:section name="Next" id="{3cc4bffa-2bf0-43dc-fb30-d5cac4cc2767}">
          <p14:sldIdLst>
            <p14:sldId id="268"/>
            <p14:sldId id="269"/>
            <p14:sldId id="270"/>
            <p14:sldId id="271"/>
          </p14:sldIdLst>
        </p14:section>
        <p14:section name="Appendix" id="{07ae8734-6332-c847-479b-db5612eece1b}">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I found that two bones in the v5 models, neck02 and the head bone, are turned half a turn, and the neck skin comes out about half as thick; I have not yet rendered it to check that this is the look we saw.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10;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the finished labels had not been checked end to end against the original 3DPW data. A cluster check has now done that. Joints, surface and 2D pass the check. Body joints are 18.7 millimetres off at the median. That is below about 26 millimetres, the value the check cites for 3DPW's own joints. The surface is about 19 millimetres off. That is the distance to the nearest point, so the true error can be larger. In 2D the labels are only 1 pixel worse than raw 3DPW. Left and right were correct in every checked person. But the labels have three defects. First, gender is reversed. I refitted 73 male samples with the other gender, and the joint error dropped for 72 of them. For the 31 female samples the result is mixed. Second, in 407 of 960 two-person images one person has no label, because that person was not fitted on that frame. Third, labels are missing for 6 train sequences, part of a seventh, and one validation sequence. The fits exist, so the rebuild is running now. On the right: by design, the head does not turn on its own. The overall FAIL comes only from the limb lengths, and they fail only in the test split; I do not know the cause yet. A few hip outliers give a warning overall, and a FAIL in the train split alone.</a:t>
            </a:r>
          </a:p>
          <a:p>
            <a:endParaRPr lang="en-US" dirty="0"/>
          </a:p>
          <a:p>
            <a:r>
              <a:rPr lang="en-US" dirty="0"/>
              <a:t>If asked: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 Label images: train 4,451 of 6,437 expected, validation 2,458 of 2,777. If the rebuild still gives fewer labels, the 3DPW images for those sequences may be missing on disk; the check did not test that. All 162 frames of outdoors_crosscountry_00 are dropped by the visibility filter, under 30 percent visible; the fits are fine, and I have not yet checked why the whole sequence counts as not visible.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Limb ratios: forearm 0.879 and thigh 1.119 overall. Train passes, with 0.965 and 1.035; only test fails. All checked test people are men labelled 1, so a link to the gender defect is possible, but not shown. Head turn: train and validation keep most of it, 18.5 against 21.2 degrees and 19.1 against 19.3; the loss is mainly in test, 6.3 against 20.0. The script marks the 26 millimetres for 3DPW as likely, from von Marcard et al., 2018; I have not checked the paper.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I traced, two bones are wrong by about half a turn: neck02 by 176 degrees and the head by 178, in every holdout person. The other neck bones and the jaw are fine. It is there from the first training stage, frozen_bb_v2, and nothing later changed it. The two half-turns cancel: the whole head still points the right way, within 12 to 15 degrees, so the head direction and the body PVE never showed it; only the per-bone angles did, last week's 63 and 90 degrees. But the neck skin comes out less than half as thick as the truth. v10 has no neck flip, but the same kind of flip in its left shoulder, its left upper arm and three hand bones, one left and two right. Two epochs with a geodesic loss barely moved it, likely because both bones would have to turn back together. The flip is measured, but I have not yet rendered it to check that it is the look we saw in the overlays. Its origin is not known; the singular start value of the rotation output would start a bone turned about its sideways axis, a tilt like the one in v5's left index base, not the twist in neck02 and the head. Next: a fixed output correction, no training.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error is 17.3 degrees. With the fingers simply left in the rest pose it is 15.1. So the hand prediction is worse than no prediction, which is why the demos zero the fingers and now say so. Hands are small: about two tokens at 672 pixels. I cropped around the person at test time, without retraining. Per person that magnifies the hands by 1.6 times on median, and by 2.5 times or more for a quarter of the people; 26 percent of the people are not magnified at all. The table compares median hand sizes, so it shows a slightly larger factor. The finger error does not change: 17.2 against 17.3, and from 17.7 to 17.5 for the most magnified quarter. The body error nearly doubles on these crops, because the model never saw such a camera in training. So test-time magnification does not help; a model trained on larger hands is not tested. A rebalanced loss also changed nothing: 17.5 against 17.4 for its control. That loss cut the hands' share of the rotation loss from about 70 percent, which includes the four-times hand boost, to 33 percent; without the boost the share would be 40. So it does not test giving the fingers more weight, and the earlier four-times hand boost did not help either. My best guess is supervision or model capacity, but that is not tested.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ran next to a control with the main switch off, on the same 100-image holdout and manifest, with helper bones masked. Depth: by its own success rule the experiment failed. The slope did not move toward 1: it is 0.30 with the switch alone and 0.38 with the five-times depth loss. PVE is 74.8, against 72.2 for the control and 70.5 for v5.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There is no fixed random seed: two identical runs differed by 7.6 millimetres PVE and 1.9 degrees of head error, so one pilot only detects about 10 millimetres,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The experiments also have a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8;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the findings and the handover documents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neck: found on slide 7, not fixed. Next is exp6: turn the flipped bones back with a fixed correction at the network output, with no training. Second, the depth slope is stuck at 0.3 to 0.4, and I do not know why. I will measure the training depths properly. Third, the cost of the fix: PVE paired on the same people, and recall for people whose head is visible. Fourth, pilot noise: fix the seed or repeat the key run. Fifth, people very close to the camera: both models miss them; likely detection, not yet counted. Sixth, children and fingers: next is a 10-epoch balanced-sampler run, and larger hand crops for the fingers. If those show nothing, both go into the thesis as limitations. Seventh, the 3DPW labels from slide 6. The rebuild of the missing labels is running now. Then I fix the gender and use one shared frame grid; that needs a new fit of all 87 tasks. I propose to test the depth fix on 3DPW or fine-tune on it only after that; my question on the next slide is about this.</a:t>
            </a:r>
          </a:p>
          <a:p>
            <a:endParaRPr lang="en-US" dirty="0"/>
          </a:p>
          <a:p>
            <a:r>
              <a:rPr lang="en-US" dirty="0"/>
              <a:t>If asked: Neck: if the neck skin gets its thickness back with the correction, I will render it to check that the thin neck is what we saw in the overlays. Depth: the training depths so far come from small samples, batch means of about 2.5 to 3.2 metres. I will also measure the fix run's slope on training images; for v5 it was just as low there. Cost: I will report the root error next to PVE in the thesis. Testing the fix on 3DPW waits for item seven. The twenty-times 10-epoch run has no result yet. Close people: both models miss them in 4 of the 12 rendered images. Children and fingers: one 2-epoch test is not enough to close them. 3DPW labels: the missing labels need no new fit: the fits exist, so the label builder is running again now, into a new folder. If the rebuild still gives fewer labels, the 3DPW images for those sequences may be missing on disk; the check did not test that. Gender and the frame grid are different: set men to 0 and, by Anny's convention, women to 1; the refit confirmed it only for men. And pick both people's frames on one shared grid. Both happen inside the fit, so all 87 conversion tasks must be fitted again,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First, the failures are not rig or decoding problems. Second, a training-target bug puts people too far away in v5, v9 and v10; the fix draws bodies much closer to their true size. Third, in all eight v5-line checkpoints I traced, neck02 and the head bone sit half a turn off, and the neck skin is about half as thick. Fourth, the 3DPW labels: joints and surface pass the check, but gender is reversed, which a refit confirms for men, one actor is missing in 407 of 960 two-person images, and some labels are missing. What I do not claim: a neck fix, better fingers or children, correct depth for both near and far people, a fix without cost, and head turn, age or limb lengths in the 3DPW labels. My question: should I fine-tune v9 now, with the fixed targets and the depth loss five times stronger? Or first fix the 3DPW labels, re-fit, then fine-tune? I propose the second, as on slide 15, but I want your view.</a:t>
            </a:r>
          </a:p>
          <a:p>
            <a:endParaRPr lang="en-US" dirty="0"/>
          </a:p>
          <a:p>
            <a:r>
              <a:rPr lang="en-US" dirty="0"/>
              <a:t>If asked: The depth fix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neck: the two half-turned bones cancel, so the head points the right way. A 2-epoch fine-tune did not undo it. Its origin is not known; the singular start value of the rotation output would start a bone turned about its sideways axis, a tilt like the one in v5's left index base, not the twist in neck02 and the head. The missing 3DPW labels: 6 train sequences, part of a seventh, and one validation sequence; the rebuild is running.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 The fine-tune is about one hour of training.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The other option: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prefer the re-fit first: 3DPW is 30 percent of each batch, so a fine-tune before it would keep learning the wrong body for the men. A v9 fine-tune keeps the neck flip; v10 has no neck flip, but the same kind of flip in the left shoulder and upper arm, which is most of why its shoulders and arms are worse. Either fine-tune should also mask the 3DPW finger labels, which are set to the rest pose, with mask_3dpw_hands. The ViT-S students use the same training code and are probably affected too; not measured. On the AnnyOne holdout v9 is not the best: 77.0 against 70.5.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01168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 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found, not yet fixed.</a:t>
            </a:r>
            <a:endParaRPr lang="en-US" sz="1800" dirty="0"/>
          </a:p>
          <a:p>
            <a:pPr algn="l" indent="0" marL="0">
              <a:buNone/>
            </a:pPr>
            <a:r>
              <a:rPr lang="en-US" sz="1800" dirty="0">
                <a:solidFill>
                  <a:schemeClr val="bg2"/>
                </a:solidFill>
              </a:rPr>
              <a:t>Fingers and children: measured, still open.</a:t>
            </a:r>
            <a:endParaRPr lang="en-US" sz="1800" dirty="0"/>
          </a:p>
          <a:p>
            <a:pPr algn="l" indent="0" marL="0">
              <a:buNone/>
            </a:pPr>
            <a:r>
              <a:rPr lang="en-US" sz="1800" dirty="0">
                <a:solidFill>
                  <a:schemeClr val="bg2"/>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In v5, neck02 and the head bone are turned half a turn and the neck skin comes out half as thick. A render check is still to do.</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10).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The fits exist; rebuild running now.</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bones turned half a turn</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434840" cy="914400"/>
        </p:xfrm>
        <a:graphic>
          <a:graphicData uri="http://schemas.openxmlformats.org/drawingml/2006/table">
            <a:tbl>
              <a:tblPr/>
              <a:tblGrid>
                <a:gridCol w="1920240"/>
                <a:gridCol w="1645920"/>
                <a:gridCol w="868680"/>
              </a:tblGrid>
              <a:tr h="246888">
                <a:tc>
                  <a:txBody>
                    <a:bodyPr/>
                    <a:lstStyle/>
                    <a:p>
                      <a:pPr algn="l" indent="0" marL="0">
                        <a:buNone/>
                      </a:pPr>
                      <a:r>
                        <a:rPr lang="en-US" sz="1100" b="1" dirty="0">
                          <a:solidFill>
                            <a:srgbClr val="FFFFFF"/>
                          </a:solidFill>
                        </a:rPr>
                        <a:t>holdout, 100 images</a:t>
                      </a:r>
                      <a:endParaRPr lang="en-US" sz="11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line, 8 checkpoints</a:t>
                      </a:r>
                      <a:endParaRPr lang="en-US" sz="11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v10</a:t>
                      </a:r>
                      <a:endParaRPr lang="en-US" sz="11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neck01</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5.3–7.3°</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5.6°</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neck02</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175.0–176.0°</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3.9°</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neck03</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4.9–8.0°</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4.3°</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177.1–178.0°</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6.8°</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jaw</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0.2–2.5°</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0.2°</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whole head direction</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12.0–14.9°</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12.9°</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 (pred / true)</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0.46–0.47</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27.3–28.7 mm</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10.3 mm</a:t>
                      </a:r>
                      <a:endParaRPr lang="en-US" sz="1200" dirty="0"/>
                    </a:p>
                  </a:txBody>
                  <a:tcPr marL="73152" marR="73152"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529584"/>
            <a:ext cx="4434840" cy="365760"/>
          </a:xfrm>
          <a:prstGeom prst="rect">
            <a:avLst/>
          </a:prstGeom>
          <a:noFill/>
          <a:ln/>
        </p:spPr>
        <p:txBody>
          <a:bodyPr wrap="square" lIns="0" tIns="0" rIns="0" bIns="0" rtlCol="0" anchor="t"/>
          <a:lstStyle/>
          <a:p>
            <a:pPr indent="0" marL="0">
              <a:buNone/>
            </a:pPr>
            <a:r>
              <a:rPr lang="en-US" sz="1100" dirty="0">
                <a:solidFill>
                  <a:schemeClr val="tx2"/>
                </a:solidFill>
              </a:rPr>
              <a:t>Bone rows: median angle vs parent bone. Head direction: whole head. Thickness: neck-skin radius. Neck-skin error: centred at neck01.</a:t>
            </a:r>
            <a:endParaRPr lang="en-US" sz="1100" dirty="0"/>
          </a:p>
        </p:txBody>
      </p:sp>
      <p:sp>
        <p:nvSpPr>
          <p:cNvPr id="5" name="neck text"/>
          <p:cNvSpPr txBox="1"/>
          <p:nvPr/>
        </p:nvSpPr>
        <p:spPr>
          <a:xfrm>
            <a:off x="5120640" y="1188720"/>
            <a:ext cx="3566160" cy="2670048"/>
          </a:xfrm>
          <a:prstGeom prst="rect">
            <a:avLst/>
          </a:prstGeom>
          <a:noFill/>
          <a:ln/>
        </p:spPr>
        <p:txBody>
          <a:bodyPr wrap="square" lIns="0" tIns="0" rIns="0" bIns="0" rtlCol="0" anchor="t"/>
          <a:lstStyle/>
          <a:p>
            <a:pPr marL="177800" indent="-177800">
              <a:spcAft>
                <a:spcPts val="600"/>
              </a:spcAft>
              <a:buSzPct val="100000"/>
              <a:buChar char="•"/>
            </a:pPr>
            <a:r>
              <a:rPr lang="en-US" sz="1200" b="1" dirty="0">
                <a:solidFill>
                  <a:schemeClr val="tx1"/>
                </a:solidFill>
              </a:rPr>
              <a:t>Since the first training stage: </a:t>
            </a:r>
            <a:r>
              <a:rPr lang="en-US" sz="1200" dirty="0">
                <a:solidFill>
                  <a:schemeClr val="tx1"/>
                </a:solidFill>
              </a:rPr>
              <a:t>already in frozen_bb_v2, unchanged in v3, v4, v5, v9 and every pilot checked.</a:t>
            </a:r>
            <a:endParaRPr lang="en-US" sz="1200" dirty="0"/>
          </a:p>
          <a:p>
            <a:pPr marL="177800" indent="-177800">
              <a:spcAft>
                <a:spcPts val="600"/>
              </a:spcAft>
              <a:buSzPct val="100000"/>
              <a:buChar char="•"/>
            </a:pPr>
            <a:r>
              <a:rPr lang="en-US" sz="1200" b="1" dirty="0">
                <a:solidFill>
                  <a:schemeClr val="tx1"/>
                </a:solidFill>
              </a:rPr>
              <a:t>Hidden: </a:t>
            </a:r>
            <a:r>
              <a:rPr lang="en-US" sz="1200" dirty="0">
                <a:solidFill>
                  <a:schemeClr val="tx1"/>
                </a:solidFill>
              </a:rPr>
              <a:t>the two half-turns cancel, so the whole head still points the right way (12–15° off); body PVE and head direction missed it, only per-bone angles (last week's 63° / 90°) showed it.</a:t>
            </a:r>
            <a:endParaRPr lang="en-US" sz="1200" dirty="0"/>
          </a:p>
          <a:p>
            <a:pPr marL="177800" indent="-177800">
              <a:spcAft>
                <a:spcPts val="600"/>
              </a:spcAft>
              <a:buSzPct val="100000"/>
              <a:buChar char="•"/>
            </a:pPr>
            <a:r>
              <a:rPr lang="en-US" sz="1200" b="1" dirty="0">
                <a:solidFill>
                  <a:schemeClr val="tx1"/>
                </a:solidFill>
              </a:rPr>
              <a:t>Same thing elsewhere: </a:t>
            </a:r>
            <a:r>
              <a:rPr lang="en-US" sz="1200" dirty="0">
                <a:solidFill>
                  <a:schemeClr val="tx1"/>
                </a:solidFill>
              </a:rPr>
              <a:t>v5 left index base at 180°; v10: left shoulder, left upper arm and 3 hand bones (1 left, 2 right).</a:t>
            </a:r>
            <a:endParaRPr lang="en-US" sz="1200" dirty="0"/>
          </a:p>
          <a:p>
            <a:pPr marL="177800" indent="-177800">
              <a:spcAft>
                <a:spcPts val="600"/>
              </a:spcAft>
              <a:buSzPct val="100000"/>
              <a:buChar char="•"/>
            </a:pPr>
            <a:r>
              <a:rPr lang="en-US" sz="1200" b="1" dirty="0">
                <a:solidFill>
                  <a:schemeClr val="tx1"/>
                </a:solidFill>
              </a:rPr>
              <a:t>Fine-tuning does not undo it: </a:t>
            </a:r>
            <a:r>
              <a:rPr lang="en-US" sz="1200" dirty="0">
                <a:solidFill>
                  <a:schemeClr val="tx1"/>
                </a:solidFill>
              </a:rPr>
              <a:t>2 epochs with a geodesic loss, 175.6 → 175.0°; likely because both bones must turn back together.</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3"/>
          </a:solidFill>
          <a:ln w="12700">
            <a:solidFill>
              <a:schemeClr val="accent3"/>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Measured (what): </a:t>
            </a:r>
            <a:r>
              <a:rPr lang="en-US" sz="1200" dirty="0">
                <a:solidFill>
                  <a:schemeClr val="tx1"/>
                </a:solidFill>
              </a:rPr>
              <a:t>neck02 and head each sit about half a turn off, in 100% of the holdout people; not yet rendered.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(why): </a:t>
            </a:r>
            <a:r>
              <a:rPr lang="en-US" sz="1200" dirty="0">
                <a:solidFill>
                  <a:schemeClr val="tx1"/>
                </a:solidFill>
              </a:rPr>
              <a:t>unknown. The singular start value of the rotation output would give a tilt flip (index base), not this twist.</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(exp6): </a:t>
            </a:r>
            <a:r>
              <a:rPr lang="en-US" sz="1200" dirty="0">
                <a:solidFill>
                  <a:schemeClr val="tx1"/>
                </a:solidFill>
              </a:rPr>
              <a:t>a fixed output correction for the flipped bones, tested with zero training.</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test-time zoom and a loss rebalance do not help</a:t>
            </a:r>
            <a:endParaRPr lang="en-US" sz="2700" dirty="0"/>
          </a:p>
        </p:txBody>
      </p:sp>
      <p:sp>
        <p:nvSpPr>
          <p:cNvPr id="3" name="stat finger error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predicted fingers</a:t>
            </a:r>
            <a:endParaRPr lang="en-US" sz="1300" dirty="0"/>
          </a:p>
        </p:txBody>
      </p:sp>
      <p:sp>
        <p:nvSpPr>
          <p:cNvPr id="5" name="stat finger error with fingers set to rest pose"/>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15.1°</a:t>
            </a:r>
            <a:endParaRPr lang="en-US" sz="4000" dirty="0"/>
          </a:p>
        </p:txBody>
      </p:sp>
      <p:sp>
        <p:nvSpPr>
          <p:cNvPr id="6" name="label finger error with fingers set to rest pose"/>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fingers set to rest pose</a:t>
            </a:r>
            <a:endParaRPr lang="en-US" sz="1300" dirty="0"/>
          </a:p>
        </p:txBody>
      </p:sp>
      <p:sp>
        <p:nvSpPr>
          <p:cNvPr id="7" name="stat change when the person is magnified at test time (no retraining)"/>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0.1°</a:t>
            </a:r>
            <a:endParaRPr lang="en-US" sz="4000" dirty="0"/>
          </a:p>
        </p:txBody>
      </p:sp>
      <p:sp>
        <p:nvSpPr>
          <p:cNvPr id="8" name="label change when the person is magnified at test time (no retraining)"/>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change when the person is magnified at test time (no retraining)</a:t>
            </a:r>
            <a:endParaRPr lang="en-US" sz="1300" dirty="0"/>
          </a:p>
        </p:txBody>
      </p:sp>
      <p:graphicFrame>
        <p:nvGraphicFramePr>
          <p:cNvPr id="9"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What it means: </a:t>
            </a:r>
            <a:r>
              <a:rPr lang="en-US" sz="1200" dirty="0">
                <a:solidFill>
                  <a:schemeClr val="tx1"/>
                </a:solidFill>
              </a:rPr>
              <a:t>predicting fingers is worse than leaving them at rest.</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 It gave fingers less weight; more weight and training on larger hand crops are still untested.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is not enough to call it a limitation.</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3"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4"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stays near v5 (70.5 mm)</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slope 0.30 (switch alone) / 0.38 (×5), not near 1; PVE 74.8 mm (control 72.2, v5 70.5). Outside the rule, clearly better: root error 1.21 → 0.54 m, drawn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findings and handover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Neck: two half-turned bones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Found (slide 7), not fixed. Next, exp6: a fixed output correction for the flipped bones, no training.</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the fix. Likely detection; not yet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Next: 10-epoch balanced-sampler run; larger hand crops for fingers. If no effect: thesis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48640"/>
          </a:xfrm>
          <a:prstGeom prst="rect">
            <a:avLst/>
          </a:prstGeom>
          <a:noFill/>
          <a:ln/>
        </p:spPr>
        <p:txBody>
          <a:bodyPr wrap="square" lIns="0" tIns="0" rIns="0" bIns="0" rtlCol="0" anchor="t"/>
          <a:lstStyle/>
          <a:p>
            <a:pPr indent="0" marL="0">
              <a:buNone/>
            </a:pPr>
            <a:r>
              <a:rPr lang="en-US" sz="1200" dirty="0">
                <a:solidFill>
                  <a:schemeClr val="tx2"/>
                </a:solidFill>
              </a:rPr>
              <a:t>Running now: rebuild of the missing labels. Then fix gender (m → 0; f → 1 by Anny's convention), use one shared frame grid, re-fit all 87 tasks, rebuild, re-check. Proposed: only then test the depth fix on 3DPW or fine-tune on it.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01168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(v5: all 222 holdout people); the fix draws bodies closer to their true size. In all 8 v5-line checkpoints traced, neck02 and the head bone sit half a turn off and cancel; the neck skin is half as thick (0.46). 3DPW labels: joints (18.7 mm) and nearest-point surface pass; gender reversed (refit confirms for men), one actor missing in 407 of 960 two-person images (slide 6).</a:t>
            </a:r>
            <a:endParaRPr lang="en-US" sz="1500" dirty="0"/>
          </a:p>
          <a:p>
            <a:pPr algn="l" indent="0" marL="0">
              <a:buNone/>
            </a:pPr>
            <a:r>
              <a:rPr lang="en-US" sz="1500" b="1" dirty="0">
                <a:solidFill>
                  <a:srgbClr val="F4C95D"/>
                </a:solidFill>
              </a:rPr>
              <a:t>Not claimed: </a:t>
            </a:r>
            <a:r>
              <a:rPr lang="en-US" sz="1500" dirty="0">
                <a:solidFill>
                  <a:schemeClr val="bg2"/>
                </a:solidFill>
              </a:rPr>
              <a:t>a neck fix, or a proven origin of the flip; any improvement in fingers or children; correct depths for both near and far people; a fix without cost (likely 2.6–4.9 mm PVE and 1.6–2.4 recall points worse, not yet confirmed); head turn, age or limb lengths in the 3DPW labels.</a:t>
            </a:r>
            <a:endParaRPr lang="en-US" sz="1500" dirty="0"/>
          </a:p>
        </p:txBody>
      </p:sp>
      <p:sp>
        <p:nvSpPr>
          <p:cNvPr id="4" name="question box"/>
          <p:cNvSpPr/>
          <p:nvPr/>
        </p:nvSpPr>
        <p:spPr>
          <a:xfrm>
            <a:off x="548640" y="3246120"/>
            <a:ext cx="8046720" cy="1435608"/>
          </a:xfrm>
          <a:prstGeom prst="rect">
            <a:avLst/>
          </a:prstGeom>
          <a:solidFill>
            <a:srgbClr val="2B3550"/>
          </a:solidFill>
          <a:ln w="12700">
            <a:solidFill>
              <a:srgbClr val="2B3550"/>
            </a:solidFill>
            <a:prstDash val="solid"/>
          </a:ln>
        </p:spPr>
      </p:sp>
      <p:sp>
        <p:nvSpPr>
          <p:cNvPr id="5" name="question bar"/>
          <p:cNvSpPr/>
          <p:nvPr/>
        </p:nvSpPr>
        <p:spPr>
          <a:xfrm>
            <a:off x="548640" y="3246120"/>
            <a:ext cx="73152" cy="1435608"/>
          </a:xfrm>
          <a:prstGeom prst="rect">
            <a:avLst/>
          </a:prstGeom>
          <a:solidFill>
            <a:srgbClr val="F4C95D"/>
          </a:solidFill>
          <a:ln w="12700">
            <a:solidFill>
              <a:srgbClr val="F4C95D"/>
            </a:solidFill>
            <a:prstDash val="solid"/>
          </a:ln>
        </p:spPr>
      </p:sp>
      <p:sp>
        <p:nvSpPr>
          <p:cNvPr id="6" name="question text"/>
          <p:cNvSpPr txBox="1"/>
          <p:nvPr/>
        </p:nvSpPr>
        <p:spPr>
          <a:xfrm>
            <a:off x="822960" y="3291840"/>
            <a:ext cx="7635240" cy="1344168"/>
          </a:xfrm>
          <a:prstGeom prst="rect">
            <a:avLst/>
          </a:prstGeom>
          <a:noFill/>
          <a:ln/>
        </p:spPr>
        <p:txBody>
          <a:bodyPr wrap="square" lIns="0" tIns="0" rIns="0" bIns="0" rtlCol="0" anchor="ctr"/>
          <a:lstStyle/>
          <a:p>
            <a:pPr indent="0" marL="0">
              <a:spcAft>
                <a:spcPts val="400"/>
              </a:spcAft>
              <a:buNone/>
            </a:pPr>
            <a:r>
              <a:rPr lang="en-US" sz="1400" b="1" dirty="0">
                <a:solidFill>
                  <a:srgbClr val="F4C95D"/>
                </a:solidFill>
              </a:rPr>
              <a:t>Question for you</a:t>
            </a:r>
            <a:endParaRPr lang="en-US" sz="1400" dirty="0"/>
          </a:p>
          <a:p>
            <a:pPr indent="0" marL="0">
              <a:spcAft>
                <a:spcPts val="400"/>
              </a:spcAft>
              <a:buNone/>
            </a:pPr>
            <a:r>
              <a:rPr lang="en-US" sz="1400" b="1" dirty="0">
                <a:solidFill>
                  <a:srgbClr val="EEF2F7"/>
                </a:solidFill>
              </a:rPr>
              <a:t>Fine-tune v9 (best on our 3DPW-Anny labels, which have the gender defect: slide 6) with the fixed targets and depth ×5? Or first fix gender and frame grid, re-fit all 3DPW tasks, then fine-tune?</a:t>
            </a:r>
            <a:endParaRPr lang="en-US" sz="1400" dirty="0"/>
          </a:p>
          <a:p>
            <a:pPr indent="0" marL="0">
              <a:buNone/>
            </a:pPr>
            <a:r>
              <a:rPr lang="en-US" sz="1400" dirty="0">
                <a:solidFill>
                  <a:srgbClr val="EEF2F7"/>
                </a:solidFill>
              </a:rPr>
              <a:t>From v5 (×5, 10 epochs): drawn size 0.84, root error 0.54 m, at +2.6 mm PVE and −1.6 recall points vs its control. v9 keeps the neck flip; v10 has a similar flip in the left shoulder and upper arm instead.</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2026-10-15T14:12:18Z</dcterms:created>
  <dcterms:modified xsi:type="dcterms:W3CDTF">2026-10-15T14:12:18Z</dcterms:modified>
</cp:coreProperties>
</file>