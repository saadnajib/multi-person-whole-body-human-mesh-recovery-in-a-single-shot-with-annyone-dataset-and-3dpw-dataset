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eb7fa51-31d1-5a7d-c6f6-9b6c8a82c955}">
          <p14:sldIdLst>
            <p14:sldId id="256"/>
            <p14:sldId id="257"/>
            <p14:sldId id="258"/>
            <p14:sldId id="259"/>
          </p14:sldIdLst>
        </p14:section>
        <p14:section name="3DPW labels" id="{1c862f68-4b85-2c20-1f2d-08a20775f0e2}">
          <p14:sldIdLst>
            <p14:sldId id="260"/>
            <p14:sldId id="261"/>
          </p14:sldIdLst>
        </p14:section>
        <p14:section name="Findings" id="{3aa04325-3df7-5f8f-4a75-bb7ea97d054e}">
          <p14:sldIdLst>
            <p14:sldId id="262"/>
            <p14:sldId id="263"/>
            <p14:sldId id="264"/>
            <p14:sldId id="265"/>
          </p14:sldIdLst>
        </p14:section>
        <p14:section name="Bug" id="{3ac16dd5-6330-0a17-9ceb-c92eac6c9aa7}">
          <p14:sldIdLst>
            <p14:sldId id="266"/>
            <p14:sldId id="267"/>
            <p14:sldId id="268"/>
          </p14:sldIdLst>
        </p14:section>
        <p14:section name="Next" id="{4f7e3e65-b3c0-050e-17fc-99d6dd2b0564}">
          <p14:sldIdLst>
            <p14:sldId id="269"/>
            <p14:sldId id="270"/>
            <p14:sldId id="271"/>
            <p14:sldId id="272"/>
            <p14:sldId id="273"/>
          </p14:sldIdLst>
        </p14:section>
        <p14:section name="Appendix" id="{b4f38c31-588c-79b0-65b5-e7791c40e1d1}">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the final model with all fixes together next to a control,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16).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the final model, trained on 18 October, has it off (slide 16); a run with it on can follow.</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16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16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16.</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against v5 and v9: not yet on the same labels. The old numbers, v9 102.5 and v5 119.1, were measured against the old labels, so they cannot be put next to these. The re-evaluations of v5, v9 epoch 62 and the 2-epoch neck model on the new labels are submitted. MPJPE on the 3DPW test: 88.3 against 90.9 for the control.</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unchanged by design. The shape mask was off and training has no child signal, so the Relative Human result on slide 10 stands.</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16).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16).</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v5 and v9 on the same labels are still pending.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(slide 16). What I do not claim: results proven over several seeds, since each arm ran once; why the bones flipped; better children; correct depth for near and far people, since the slope is still 0.42; fixes without a cost, since recall is 2 points below the control and 3 below v5; and a 3DPW gain over v5 or v9, because those are not yet evaluated on the new labels. On last week's question, v9 now or the labels first: I went ahead with the labels first, then fine-tuned v5; that is the final model. My question now: do I write up, or also add weak age labels for children, which is one to two weeks of work?</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the old numbers, v9 102.5 and v5 119.1, are against the old labels and cannot be put next to the final model's 89.0. The re-evaluations of v5, v9 epoch 62 and the 2-epoch neck model on the new labels are submitted.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16.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the final model has it off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One hidden depth bug found and partly fixed.</a:t>
            </a:r>
            <a:endParaRPr lang="en-US" sz="1800" dirty="0"/>
          </a:p>
          <a:p>
            <a:pPr algn="l" indent="0" marL="0">
              <a:buNone/>
            </a:pPr>
            <a:r>
              <a:rPr lang="en-US" sz="1600" dirty="0">
                <a:solidFill>
                  <a:schemeClr val="bg2"/>
                </a:solidFill>
              </a:rPr>
              <a:t>3DPW labels: three defects found and fixed.</a:t>
            </a:r>
            <a:endParaRPr lang="en-US" sz="1800" dirty="0"/>
          </a:p>
          <a:p>
            <a:pPr algn="l" indent="0" marL="0">
              <a:buNone/>
            </a:pPr>
            <a:r>
              <a:rPr lang="en-US" sz="1600" dirty="0">
                <a:solidFill>
                  <a:schemeClr val="bg2"/>
                </a:solidFill>
              </a:rPr>
              <a:t>Neck: two bones turned half a turn; a pilot fix passes (one run).</a:t>
            </a:r>
            <a:endParaRPr lang="en-US" sz="1800" dirty="0"/>
          </a:p>
          <a:p>
            <a:pPr algn="l" indent="0" marL="0">
              <a:buNone/>
            </a:pPr>
            <a:r>
              <a:rPr lang="en-US" sz="1600" dirty="0">
                <a:solidFill>
                  <a:schemeClr val="bg2"/>
                </a:solidFill>
              </a:rPr>
              <a:t>Fingers: half the error was two flipped bones. Children: open.</a:t>
            </a:r>
            <a:endParaRPr lang="en-US" sz="1800" dirty="0"/>
          </a:p>
          <a:p>
            <a:pPr algn="l" indent="0" marL="0">
              <a:buNone/>
            </a:pPr>
            <a:r>
              <a:rPr lang="en-US" sz="1600" dirty="0">
                <a:solidFill>
                  <a:schemeClr val="bg2"/>
                </a:solidFill>
              </a:rPr>
              <a:t>Final model: all fixes hold together; recall costs 2 points.</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16):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16):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17"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65176">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7B8794"/>
                          </a:solidFill>
                        </a:rPr>
                        <a:t>pending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recipe"/>
          <p:cNvSpPr txBox="1"/>
          <p:nvPr/>
        </p:nvSpPr>
        <p:spPr>
          <a:xfrm>
            <a:off x="457200" y="3950208"/>
            <a:ext cx="8229600" cy="384048"/>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6" name="final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Holdout: helper bones masked. 3DPW test: 8,190 images.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16).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all 8 v5-line checkpoints, neck02 and the head bone sit half a turn off; two flipped hand bones were half the finger error. 3DPW labels: three defects fixed by a re-fit (slide 6). The final model keeps every fix against its own control: root error −48%, neck02 4.8°, fingers 8.3°, PA-PVE 50.3 vs 56.4 mm, 3DPW test PVE 89.0 vs 91.5 mm (slide 16).</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better children; correct near/far depths (slope 0.42); fixes without cost (recall −2 points vs the control, −3 vs v5); a 3DPW gain over v5 or v9 (not yet on the new labels);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Chosen: fix gender and frame grid, re-fit all 3DPW tasks, then fine-tune v5 (done 18 Oct: slide 16). Next: write up, or also add weak age labels for children (1–2 weeks)?</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2026-10-18T07:46:24Z</dcterms:created>
  <dcterms:modified xsi:type="dcterms:W3CDTF">2026-10-18T07:46:24Z</dcterms:modified>
</cp:coreProperties>
</file>