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45d927bb-f159-5a59-289a-2ae483f54be9}">
          <p14:sldIdLst>
            <p14:sldId id="256"/>
            <p14:sldId id="257"/>
            <p14:sldId id="258"/>
            <p14:sldId id="259"/>
          </p14:sldIdLst>
        </p14:section>
        <p14:section name="3DPW labels" id="{033f3e53-eef0-5923-c870-d27a1b20b60d}">
          <p14:sldIdLst>
            <p14:sldId id="260"/>
            <p14:sldId id="261"/>
          </p14:sldIdLst>
        </p14:section>
        <p14:section name="Findings" id="{4a986576-35be-9509-a1e7-05e50fb6192a}">
          <p14:sldIdLst>
            <p14:sldId id="262"/>
            <p14:sldId id="263"/>
            <p14:sldId id="264"/>
            <p14:sldId id="265"/>
          </p14:sldIdLst>
        </p14:section>
        <p14:section name="Bug" id="{2fb0e6d0-eaf0-fe3c-94a2-d9fefc7c0526}">
          <p14:sldIdLst>
            <p14:sldId id="266"/>
            <p14:sldId id="267"/>
            <p14:sldId id="268"/>
          </p14:sldIdLst>
        </p14:section>
        <p14:section name="Next" id="{3567360f-539f-c86d-c0d9-b44fdf71f3a5}">
          <p14:sldIdLst>
            <p14:sldId id="269"/>
            <p14:sldId id="270"/>
            <p14:sldId id="271"/>
            <p14:sldId id="272"/>
          </p14:sldIdLst>
        </p14:section>
        <p14:section name="Appendix" id="{66db5ebb-3a2b-c0b3-06f8-924b0ea4590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were missing for 6 train sequences, part of a seventh, and one validation sequence. The fits existed, but a first rebuild gave the same counts: the image files of those sequences were missing on the cluster. On 16 October I re-extracted the images of the eight sequences; captureSelfies_00 went from 480 to 750 files. The second rebuild, job 3581320, brought the labels back: train now has 6,437 label images instead of 4,451, validation 2,777 instead of 2,458, exactly what the fits imply. This third defect is fixed; the first two need the re-fit. A first test of the re-fit ran on 17 October on one two-person sequence, captureSelfies_00: the man now gets the correct gender and fits at 14.3 millimetres mean joint error, the woman at 15.5, and both people are fitted on one shared frame grid; the full re-fit of all 87 tasks has not run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had 4,451 of 6,437 expected label images, validation 2,458 of 2,777. The first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was an incomplete unzip of the 3DPW images on the cluster. On 16 October I re-extracted the image folders of the eight sequences: captureSelfies_00 had 480 of 750 files; for the other seven the counts before were not recorded. The second rebuild, job 3581320, gave train 6,437 label images with 7,589 people, validation 2,777, test 9,722 unchanged: 18,936 label files, exactly what the fits imply. All six train sequences and basketball_01 now have labels, and captureSelfies_00 has 401. These rebuilt labels still come from the old fits, so gender is still reversed; I will not train on them before the re-fit.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Whether the gap between synthetic and real images or the loss causes it is not settled.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its shape output falls back to the middle of the training data: the youngest and the older synthetic people are pulled toward it, and on real photos the predicted age, gender and height sit almost exactly at the training medians. I first read five small people in our photos as children with adult ages; checking the photos again, most of them are adults crouching or sitting, so that reading said nothing about children. Our photos hold one real child, a standing boy, and the model gives him age 0.60, the training median, which is an adult body. Showing about five times more synthetic children for two epochs was inconclusive, and it has no mechanism to fix real photos, so it is now low priority. My proposal is to first measure children properly on Relative Human, a public set of real photos with age-group labels, and then decide: write it up as a limitation, or add weak age labels from real photos as the BEV paper did, which is one to two weeks of code after the final model. Separately, a new flag can stop the 3DPW labels from training every real person toward one fixed average body; it is off by default, and whether the final model uses it is a decision for today.</a:t>
            </a:r>
          </a:p>
          <a:p>
            <a:endParaRPr lang="en-US" dirty="0"/>
          </a:p>
          <a:p>
            <a:r>
              <a:rPr lang="en-US" dirty="0"/>
              <a:t>If asked: Why the five were mostly adults: the skeletal height I quoted is measured on the posed body, so crouching or sitting makes it short, and their height values, 0.47 to 0.56, are adult rest bodies; the boy gets height 0.48. On the real photos, across the demo's 299 shape lines, the median gender is 0.59, age 0.61 and height 0.50, against training medians of 0.59, 0.60 and 0.50; proportions and weight sit at fixed offsets instead. Those lines cover about 30 people, nearly all adults and each counted several times, so I do not read their spread; only gender says something there: men dominate the frames, yet only 14 percent of the lines are below 0.5. On synthetic data the same pull shows at both ends: holdout people with a true age of 0.6 to 0.8 come out at 0.57, and the youngest training people at 0.10 instead of 0.015.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 would report the mean predicted age per group, how well age separates children from adults, gender accuracy, and how many of each group are detected at all.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for children, a measurement on real photos with age labels, the Relative Human dataset, before any more training (slide 10); for fingers, a look at the hands with the bone fix. Seventh, 3DPW: the first rebuild gave the same counts, so I re-extracted the images of the eight sequences on 16 October; captureSelfies_00 went from 480 to 750 files. The second rebuild, job 3581320, brought the missing labels back: train 6,437 label images instead of 4,451, validation 2,777 instead of 2,458. Then gender, frame grid and a re-fit of all 87 tasks, before any 3DPW test. A first test on one two-person sequence ran on 17 October: the man, now with the correct gender, fits at 14.3 millimetres, the woman at 15.5, and both people are fitted on one shared frame grid; the full re-fit has not run yet.</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have the reversed gender and the missing second person. Gender and the frame grid are different: set men to 0 and, by Anny's convention, women to 1; the gender refit in the 15-October check confirmed it only for men. And pick both people's frames on one shared grid. Both happen inside the fit, so all 87 conversion tasks must be fitted again, into a new folder, because the task script skips every person that already has a file; the task script now refuses to mix old and new fits. That is an 87-task array job: about 28 GPU hours at the measured 4.4 seconds per frame (the 17 October test, on an H100), so about 3.5 to 4 hours with 8 free H100s.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captureSelfies_00 went from 480 to 750 files, and a second rebuild, job 3581320, brought the labels back: train 6,437 label images instead of 4,451, validation 2,777 instead of 2,458. Gender and the missing second person still need the re-fit.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28 GPU hours at the measured 4.4 seconds per frame, so about 3.5 to 4 hours with 8 free H100s. A first test on one two-person sequence, on 17 October, gave the man the correct gender and 14.3 millimetres, with both people on one shared frame grid; the full re-fit has not run yet. The fine-tune after it would start from v5 with v5's own bone fix and the depth fix, run 10 epochs, and have a control run without the two fixes; it has not run yet.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A new flag can also leave out the eight 3DPW shape values that are constants, age 0.55 and seven at 0.5; it is off by default, and on or off is a decision for today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(image files missing). Fixed 16 Oct: train 4,451 → 6,437, val 2,458 → 2,777.</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the one real child in our photos: the training median, an adult body"/>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0.60</a:t>
            </a:r>
            <a:endParaRPr lang="en-US" sz="4000" dirty="0"/>
          </a:p>
        </p:txBody>
      </p:sp>
      <p:sp>
        <p:nvSpPr>
          <p:cNvPr id="8" name="label predicted age of the one real child in our photos: the training median, an adult body"/>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the one real child in our photos: the training median, an adult body</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2-epoch fine-tune: </a:t>
            </a:r>
            <a:r>
              <a:rPr lang="en-US" sz="1200" dirty="0">
                <a:solidFill>
                  <a:schemeClr val="tx1"/>
                </a:solidFill>
              </a:rPr>
              <a:t>about 5 times more in training; inconclusive on the 10 training children (48.5 vs 53.1 mm); the baby age floor stayed at 0.10.</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(age, gender, height).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not years: our code uses three different scales.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 on Relative Human first. Fingers: check the bone-fix hands, then larger crops.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train 4,451 → 6,437 images).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2026-10-17T16:45:18Z</dcterms:created>
  <dcterms:modified xsi:type="dcterms:W3CDTF">2026-10-17T16:45:18Z</dcterms:modified>
</cp:coreProperties>
</file>