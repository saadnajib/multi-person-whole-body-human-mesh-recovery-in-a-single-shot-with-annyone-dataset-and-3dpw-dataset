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b07acb2-fbef-7c11-8627-212d0ee6232c}">
          <p14:sldIdLst>
            <p14:sldId id="256"/>
            <p14:sldId id="257"/>
            <p14:sldId id="258"/>
            <p14:sldId id="259"/>
          </p14:sldIdLst>
        </p14:section>
        <p14:section name="3DPW labels" id="{0bef9bc5-6af8-9fd4-a54e-83ce77db526b}">
          <p14:sldIdLst>
            <p14:sldId id="260"/>
            <p14:sldId id="261"/>
          </p14:sldIdLst>
        </p14:section>
        <p14:section name="Findings" id="{9800d97a-407d-8132-ba4b-f32578afe57e}">
          <p14:sldIdLst>
            <p14:sldId id="262"/>
            <p14:sldId id="263"/>
            <p14:sldId id="264"/>
            <p14:sldId id="265"/>
          </p14:sldIdLst>
        </p14:section>
        <p14:section name="Bug" id="{167ef500-bca9-d0db-9ede-91544302cbb5}">
          <p14:sldIdLst>
            <p14:sldId id="266"/>
            <p14:sldId id="267"/>
            <p14:sldId id="268"/>
          </p14:sldIdLst>
        </p14:section>
        <p14:section name="Next" id="{0ae66ecd-eb2f-6d27-7555-1ea6ca180f65}">
          <p14:sldIdLst>
            <p14:sldId id="269"/>
            <p14:sldId id="270"/>
            <p14:sldId id="271"/>
            <p14:sldId id="272"/>
            <p14:sldId id="273"/>
            <p14:sldId id="274"/>
          </p14:sldIdLst>
        </p14:section>
        <p14:section name="Appendix" id="{88fea5af-253f-5234-243e-0d7596aec0df}">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the final model with all fixes together next to a control, how it looks on real photos,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16).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17).</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the final model, trained on 18 October, has it off (slide 16); a run with it on can follow.</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16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16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16.</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unchanged; training has no child signal, so the Relative Human result on slide 10 stands. Gender is different: the shape mask was off, so the corrected 3DPW gender labels train the shape head, and on real photos most men now look male, judged by eye (next slide). The Relative Human number for the final model is not run yet.</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All of this is by eye: the gender number on Relative Human for the final model is not run yet; for v5 it was 46.5 percent, which is chance.</a:t>
            </a:r>
          </a:p>
          <a:p>
            <a:endParaRPr lang="en-US" dirty="0"/>
          </a:p>
          <a:p>
            <a:r>
              <a:rPr lang="en-US" dirty="0"/>
              <a:t>If asked:</a:t>
            </a:r>
          </a:p>
          <a:p>
            <a:r>
              <a:rPr lang="en-US" dirty="0"/>
              <a:t>- Source: demo job 3612078, the same demo script as slide 8,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log does not settle the direction: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The Relative Human run is one job with the final model's checkpoint, the same evaluation as slide 10; it gives gender accuracy, the children's age and recall. Until it has run, gender is by eye only.</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16).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16).</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16).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16). What I do not claim: results proven over several seeds, since each arm ran once; why the bones flipped; better children; correct depth for near and far people, since the slope is still 0.42; fixes without a cost, since recall is 2 points below the control and 3 below v5; that the fixes made most of the 3DPW gain, because training on 3DPW at all did most of it and the fixes add 2.5 millimetres; and a gender number for the final model: on real photos men now look male, but only by eye (slide 17). On last week's question, v9 now or the labels first: I went ahead with the labels first, then fine-tuned v5; that is the final model. My question now: do I write up, or also add weak age labels for children, which is one to two weeks of work?</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16.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the final model has it off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One hidden depth bug found and partly fixed.</a:t>
            </a:r>
            <a:endParaRPr lang="en-US" sz="1800" dirty="0"/>
          </a:p>
          <a:p>
            <a:pPr algn="l" indent="0" marL="0">
              <a:buNone/>
            </a:pPr>
            <a:r>
              <a:rPr lang="en-US" sz="1600" dirty="0">
                <a:solidFill>
                  <a:schemeClr val="bg2"/>
                </a:solidFill>
              </a:rPr>
              <a:t>3DPW labels: three defects found and fixed.</a:t>
            </a:r>
            <a:endParaRPr lang="en-US" sz="1800" dirty="0"/>
          </a:p>
          <a:p>
            <a:pPr algn="l" indent="0" marL="0">
              <a:buNone/>
            </a:pPr>
            <a:r>
              <a:rPr lang="en-US" sz="1600" dirty="0">
                <a:solidFill>
                  <a:schemeClr val="bg2"/>
                </a:solidFill>
              </a:rPr>
              <a:t>Neck: two bones turned half a turn; a pilot fix passes (one run).</a:t>
            </a:r>
            <a:endParaRPr lang="en-US" sz="1800" dirty="0"/>
          </a:p>
          <a:p>
            <a:pPr algn="l" indent="0" marL="0">
              <a:buNone/>
            </a:pPr>
            <a:r>
              <a:rPr lang="en-US" sz="1600" dirty="0">
                <a:solidFill>
                  <a:schemeClr val="bg2"/>
                </a:solidFill>
              </a:rPr>
              <a:t>Fingers: half the error was two flipped bones. Children: open.</a:t>
            </a:r>
            <a:endParaRPr lang="en-US" sz="1800" dirty="0"/>
          </a:p>
          <a:p>
            <a:pPr algn="l" indent="0" marL="0">
              <a:buNone/>
            </a:pPr>
            <a:r>
              <a:rPr lang="en-US" sz="1600" dirty="0">
                <a:solidFill>
                  <a:schemeClr val="bg2"/>
                </a:solidFill>
              </a:rPr>
              <a:t>Final model: all fixes hold together; recall costs 2 points.</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16):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16):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17"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v5, v9, neck pilot: jobs 3612073–75.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16).</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Gender on Relative Human: </a:t>
            </a:r>
            <a:r>
              <a:rPr lang="en-US" sz="1400" dirty="0">
                <a:solidFill>
                  <a:schemeClr val="tx1"/>
                </a:solidFill>
              </a:rPr>
              <a:t>pending (v5: 46.5%, chance).</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Judged by eye;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16).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all 8 v5-line checkpoints, neck02 and the head bone sit half a turn off; two flipped hand bones were half the finger error. 3DPW labels: three defects fixed by a re-fit (slide 6). The final model keeps every fix against its own control: root error −48%, neck02 4.8°, fingers 8.3°, PA-PVE 50.3 vs 56.4 mm, 3DPW test PVE 89.0 mm, best of all models (control 91.5, v9 95.5, v5 121.8; slide 16).</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better children; correct near/far depths (slope 0.42); fixes without cost (recall −2 points vs the control, −3 vs v5); that the fixes made most of the 3DPW gain (3DPW training did);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Chosen: fix gender and frame grid, re-fit all 3DPW tasks, then fine-tune v5 (done 18 Oct: slide 16). Next: write up, or also add weak age labels for children (1–2 weeks)?</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2026-10-18T08:32:08Z</dcterms:created>
  <dcterms:modified xsi:type="dcterms:W3CDTF">2026-10-18T08:32:08Z</dcterms:modified>
</cp:coreProperties>
</file>