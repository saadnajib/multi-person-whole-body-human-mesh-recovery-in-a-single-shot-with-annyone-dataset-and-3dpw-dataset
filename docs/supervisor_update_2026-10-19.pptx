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73027aff-c746-4414-ee17-a1e862bdf544}">
          <p14:sldIdLst>
            <p14:sldId id="256"/>
            <p14:sldId id="257"/>
            <p14:sldId id="258"/>
          </p14:sldIdLst>
        </p14:section>
        <p14:section name="Data" id="{d0c95eb2-05e8-90d0-45e6-88722ca0d6c1}">
          <p14:sldIdLst>
            <p14:sldId id="259"/>
            <p14:sldId id="260"/>
            <p14:sldId id="261"/>
          </p14:sldIdLst>
        </p14:section>
        <p14:section name="Training" id="{e6a5bce3-7a10-90f2-c25e-ca98b3767999}">
          <p14:sldIdLst>
            <p14:sldId id="262"/>
            <p14:sldId id="263"/>
            <p14:sldId id="264"/>
          </p14:sldIdLst>
        </p14:section>
        <p14:section name="Findings and fixes" id="{f21bd26d-1e7f-1dc5-5a56-7007e7f84bc8}">
          <p14:sldIdLst>
            <p14:sldId id="265"/>
            <p14:sldId id="266"/>
            <p14:sldId id="267"/>
            <p14:sldId id="268"/>
            <p14:sldId id="269"/>
            <p14:sldId id="270"/>
            <p14:sldId id="271"/>
            <p14:sldId id="272"/>
            <p14:sldId id="273"/>
            <p14:sldId id="274"/>
          </p14:sldIdLst>
        </p14:section>
        <p14:section name="Final model" id="{48dd9161-2244-c313-4239-c18f34fa5e4e}">
          <p14:sldIdLst>
            <p14:sldId id="275"/>
            <p14:sldId id="276"/>
          </p14:sldIdLst>
        </p14:section>
        <p14:section name="Requirements and plan" id="{37e950bc-abd8-8284-0f04-6879cd327e52}">
          <p14:sldIdLst>
            <p14:sldId id="277"/>
            <p14:sldId id="278"/>
            <p14:sldId id="279"/>
            <p14:sldId id="280"/>
            <p14:sldId id="281"/>
          </p14:sldIdLst>
        </p14:section>
        <p14:section name="Appendix" id="{7f3cdbad-d116-accb-6635-ab8730510b16}">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Temporal modelling has not started. The report and the code are partly done.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17).</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My reading: the age label does useful work, and the seven 0.5 constants cause the collapse. So the unmasked model stays the final model, and the next run masks the seven constants but keeps age. It is queued; the result comes after this meeting.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I have not yet shown predicted hands on real photos, because every real-photo demo so far relaxes the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proposed route is the smaller-model option: a ViT-B student distilled from the final model, about 101 million parameters and 603 GFLOPs against 318 million and 1,927 for our ViT-L, so 3.1 times fewer parameters and 3.2 times fewer FLOPs, with the milliseconds per image measured. The bar is the one the script computes: the student's error may be at most the teacher's divided by 0.95 on both AnnyOne and 3DPW, reported against our ViT-L and against NAVER's ViT-L. The risk: NAVER's own ViT-B is about 15 percent worse than its ViT-L on synthetic BEDLAM data, so AnnyOne may miss the bar; it is one long job, launched on 18 October, 30 epochs with a 20-hour limit, so the result comes this week once the queue runs it; the details are on the next slide. Temporal modelling has not started; my plan is a small refiner on top of the frozen per-frame model, in month two. The report has a draft, whose 74 millimetre headline must become 70.5,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It is being evaluated with our code on the same labels now (job 3614192); until that result is in, I do not know whether our model beats it.</a:t>
            </a:r>
          </a:p>
          <a:p>
            <a:r>
              <a:rPr lang="en-US" dirty="0"/>
              <a:t>- FLOPs: counted analytically from the layer shapes at 672 pixels, with one multiply-add counted as two FLOPs; the ViT-L backbone alone is about 1,917 of the 1,927 GFLOPs. NAVER's ViT-L at about 414 million parameters is a hand estimate. The milliseconds will be measured on one GPU, both models on the same GPU.</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1b is not met today, and this is my route: the smaller-model option. The student is a ViT-B version of the same model, trained to copy the final model, which is the teacher. The cost side is already measured in the smoke test: 101 million parameters against 318, 603 GFLOPs against 1,927, and 51 against 110 milliseconds per image on the same GPU; that is about three times smaller and twice as fast. The error side is pending. Your rule says the student's errors may be at most the teacher's divided by 0.95 on both test sets, so at most 77.6 millimetres on AnnyOne and 93.7 on 3DPW. I will report the ratio against our ViT-L and against NAVER's Anny model, which is being evaluated on the same labels now; the stricter one is the bar. The full run was launched yesterday with a twenty-hour limit, so the result comes this week once the queue runs it. The risk: NAVER's own ViT-B is 15 percent worse than its ViT-L on synthetic data, so AnnyOne may miss. And I need your answer on whether this counts as not exactly Multi-HMR.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Week one: read NAVER's baseline result, run the partial-mask arm with its Relative Human check, and decide on Sunday which ViT-L is the final one; measure the shape values on AnnyOne properly. Week two: the figures that answer your shape requirement, a rest-pose line-up and real photos with predicted fingers, which no demo has shown yet; and the Method and Data chapters. The student was launched yesterday, so its result comes this week once the queue runs it; the 95 percent table is built against our ViT-L and NAVER's. Week three: if the student missed the bar, train it longer;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(slide 23).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in progress (slide 18).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queued, 3614042. The ViT-B student is job 3614191 after the smoke test 3613926, and NAVER's Anny model is being evaluated in job 3614192.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model that is not Multi-HMR (ViT-B student running) and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a ViT-B student is running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draft exists;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Reading and next step. </a:t>
            </a:r>
            <a:r>
              <a:rPr lang="en-US" sz="1100" dirty="0">
                <a:solidFill>
                  <a:schemeClr val="tx1"/>
                </a:solidFill>
              </a:rPr>
              <a:t>The age label 0.55 likely does the useful work (pulls real-photo ages down, helps gender); the seven 0.5 constants cause the collapse. Decided 18 Oct: the unmasked model stays the final model and the student's teacher. Next: mask the seven constants, keep age supervised (job 3614042, queued; result after this meeting).</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and 3611339 (control); v5, v9, neck pilot: jobs 3612073–75.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(18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real-photo hands unshown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age kept (job 3614042); rest-pose line-up</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upstream Multi-HMR, output resized for Anny + 0-parameter bone fix; NAVER's Anny model: evaluation running (job 3614192)</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ViT-B student launched 18 Oct (job 3614191, slide 24); needs your yes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draft exists (74 mm → 70.5); 98 files hard-code /netscratch; no results or models committed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(A40)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10896">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110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algn="l" indent="0" marL="0">
                        <a:buNone/>
                      </a:pPr>
                      <a:r>
                        <a:rPr lang="en-US" sz="1050" b="1" dirty="0">
                          <a:solidFill>
                            <a:srgbClr val="1B2233"/>
                          </a:solidFill>
                        </a:rPr>
                        <a:t>ViT-B student (exp8, launched 18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51.4</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10896">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 (job 3614192)</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 (job 3614192)</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10896">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2.14×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77.6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93.7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95"/>
          <p:cNvSpPr txBox="1"/>
          <p:nvPr/>
        </p:nvSpPr>
        <p:spPr>
          <a:xfrm>
            <a:off x="457200" y="26974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params, GFLOPs and ms are measured (exp8 smoke test, job 3613926; 1 multiply-add = 2 FLOPs, 672 px, one person); the student's errors and NAVER's row arrive with jobs 3614191 and 3614192. *Same ViT-L backbone: 304 M params, 1,917 GFLOPs alone.</a:t>
            </a:r>
            <a:endParaRPr lang="en-US" sz="1100" dirty="0"/>
          </a:p>
        </p:txBody>
      </p:sp>
      <p:sp>
        <p:nvSpPr>
          <p:cNvPr id="5" name="rule line"/>
          <p:cNvSpPr txBox="1"/>
          <p:nvPr/>
        </p:nvSpPr>
        <p:spPr>
          <a:xfrm>
            <a:off x="457200" y="3108960"/>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both AnnyOne test and 3DPW test, with fewer parameters, fewer FLOPs and faster inference. Reported against our ViT-L and against NAVER's; the stricter one is the bar.</a:t>
            </a:r>
            <a:endParaRPr lang="en-US" sz="1100" dirty="0"/>
          </a:p>
        </p:txBody>
      </p:sp>
      <p:sp>
        <p:nvSpPr>
          <p:cNvPr id="6" name="distill text"/>
          <p:cNvSpPr txBox="1"/>
          <p:nvPr/>
        </p:nvSpPr>
        <p:spPr>
          <a:xfrm>
            <a:off x="457200" y="3584448"/>
            <a:ext cx="8229600" cy="1097280"/>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passed end to end 18 Oct (job 3613926); full run launched 18 Oct (job 3614191, 30 epochs, 20 h limit): result this week once the queue runs it. Misses the bar with a still-falling curve: train longer, report the ratio as measured.</a:t>
            </a:r>
            <a:endParaRPr lang="en-US" sz="1000" dirty="0"/>
          </a:p>
          <a:p>
            <a:pPr marL="177800" indent="-177800">
              <a:spcAft>
                <a:spcPts val="200"/>
              </a:spcAft>
              <a:buSzPct val="100000"/>
              <a:buChar char="•"/>
            </a:pPr>
            <a:r>
              <a:rPr lang="en-US" sz="1000" b="1" dirty="0">
                <a:solidFill>
                  <a:schemeClr val="tx1"/>
                </a:solidFill>
              </a:rPr>
              <a:t>Risk: </a:t>
            </a:r>
            <a:r>
              <a:rPr lang="en-US" sz="1000" dirty="0">
                <a:solidFill>
                  <a:schemeClr val="tx1"/>
                </a:solidFill>
              </a:rPr>
              <a:t>NAVER's own ViT-B is ~15% worse than its ViT-L on synthetic BEDLAM but equal on 3DPW, so AnnyOne may miss. Your call: does a smaller Multi-HMR-style student count as “not exactly Multi-HMR”?</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result (job 3614192). Partial-mask run (job 3614042) + its Relative Human; decide the final ViT-L (Sun 25). Student result (job 3614191) once the queue runs it: holdout, 3DPW test, the 95% table.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Rest-pose line-up of predicted bodies (the “visibly changes” figure). Predicted fingers on real photos (every demo so far forces rest-pose hands). Old ViT-S students on the new labels.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If the student missed the bar and its curve still fell: train it longer from its last checkpoint.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 23).</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Does a smaller Multi-HMR-style student count as “not exactly Multi-HMR”?</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423160"/>
                <a:gridCol w="4754880"/>
              </a:tblGrid>
              <a:tr h="237744">
                <a:tc>
                  <a:txBody>
                    <a:bodyPr/>
                    <a:lstStyle/>
                    <a:p>
                      <a:pPr algn="l" indent="0" marL="0">
                        <a:buNone/>
                      </a:pPr>
                      <a:r>
                        <a:rPr lang="en-US" sz="850" b="1" dirty="0">
                          <a:solidFill>
                            <a:srgbClr val="FFFFFF"/>
                          </a:solidFill>
                        </a:rPr>
                        <a:t>job</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50" b="1" dirty="0">
                          <a:solidFill>
                            <a:srgbClr val="FFFFFF"/>
                          </a:solidFill>
                        </a:rPr>
                        <a:t>what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50" b="1" dirty="0">
                          <a:solidFill>
                            <a:srgbClr val="FFFFFF"/>
                          </a:solidFill>
                        </a:rPr>
                        <a:t>path under /netscratch/najib/multi-hmr (EXP7 = results/experiments/exp7_final_model)</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50" b="1" dirty="0">
                          <a:solidFill>
                            <a:srgbClr val="1B2233"/>
                          </a:solidFill>
                        </a:rPr>
                        <a: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v5 epoch 99: start point and reference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logs/anny_model/anny_s2_shape_v5/checkpoints/00099.pt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3611336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final model (exp7 fix arm, 10 epochs)</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EXP7/v5_pc_dist5_bonefix_v23_e10/train/checkpoints/00009.pt (3DPW test in its log)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3611339</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control: no depth or bone fix</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EXP7/v5_root_dist1_nofix_v23_e10/ (3DPW test in its log)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3612325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masked-shape arm (training run)</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EXP7/v5_pc_dist5_bonefix_v23_e10_shpmask/</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3614042</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partial mask, age kept (queued)</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EXP7/v5_pc_dist5_bonefix_v23_e10_shpmask_noage/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3614191</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ViT-B student, full run (smoke test 3613926)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logs/exp8_distill_vitb_3614191.out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3614192</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NAVER Anny model on both test sets (pending)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logs/eval-test3dpw-3614192_0.out; models/multiHMR/multiHMR_672_L_anny.pt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3611285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Relative Human: v5 (_0), neck pilot (_1)</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logs/eval_rh_3611285_0.out, logs/eval_rh_3611285_1.out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3612131 / 3613616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Relative Human: final model / masked arm</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logs/eval_rh_3612131_0.out, logs/eval_rh_3613616_0.out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3612078 / 3613617</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demos, 12 images: v5 vs final; vs masked arm</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logs/demo-compare-3612078.out, logs/demo-compare-3613617.out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3612073–75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3DPW test, v23 labels: v5, v9 e62, neck pilot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logs/eval-test3dpw-361207{3,4,5}_0.out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3611284</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v23 label check (WARN; old labels 3575369 FAIL)</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results/diagnostics/check_3dpw_conversion_v23/; labels: threedpw_anny_v23/labels</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3579014</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exp6 bone fix on v5 (estimate + 2-epoch fine-tune)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results/experiments/exp6_bone_fix/anny_s2_shape_v5_00099_n200_s0/ (bone_fix.json)</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2026-10-18T16:08:47Z</dcterms:created>
  <dcterms:modified xsi:type="dcterms:W3CDTF">2026-10-18T16:08:47Z</dcterms:modified>
</cp:coreProperties>
</file>